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4"/>
  </p:sldMasterIdLst>
  <p:notesMasterIdLst>
    <p:notesMasterId r:id="rId29"/>
  </p:notesMasterIdLst>
  <p:sldIdLst>
    <p:sldId id="256" r:id="rId5"/>
    <p:sldId id="297" r:id="rId6"/>
    <p:sldId id="292" r:id="rId7"/>
    <p:sldId id="313" r:id="rId8"/>
    <p:sldId id="312" r:id="rId9"/>
    <p:sldId id="291" r:id="rId10"/>
    <p:sldId id="294" r:id="rId11"/>
    <p:sldId id="302" r:id="rId12"/>
    <p:sldId id="303" r:id="rId13"/>
    <p:sldId id="304" r:id="rId14"/>
    <p:sldId id="308" r:id="rId15"/>
    <p:sldId id="290" r:id="rId16"/>
    <p:sldId id="305" r:id="rId17"/>
    <p:sldId id="315" r:id="rId18"/>
    <p:sldId id="316" r:id="rId19"/>
    <p:sldId id="320" r:id="rId20"/>
    <p:sldId id="318" r:id="rId21"/>
    <p:sldId id="310" r:id="rId22"/>
    <p:sldId id="319" r:id="rId23"/>
    <p:sldId id="314" r:id="rId24"/>
    <p:sldId id="311" r:id="rId25"/>
    <p:sldId id="323" r:id="rId26"/>
    <p:sldId id="322" r:id="rId27"/>
    <p:sldId id="321" r:id="rId28"/>
  </p:sldIdLst>
  <p:sldSz cx="9144000" cy="5143500" type="screen16x9"/>
  <p:notesSz cx="6858000" cy="9144000"/>
  <p:embeddedFontLst>
    <p:embeddedFont>
      <p:font typeface="Amasis MT Pro Black" panose="020B0604020202020204" charset="0"/>
      <p:bold r:id="rId30"/>
      <p:boldItalic r:id="rId31"/>
    </p:embeddedFont>
    <p:embeddedFont>
      <p:font typeface="Fira Sans Extra Condensed" panose="020B0604020202020204" charset="0"/>
      <p:regular r:id="rId32"/>
      <p:bold r:id="rId33"/>
      <p:italic r:id="rId34"/>
      <p:boldItalic r:id="rId35"/>
    </p:embeddedFont>
    <p:embeddedFont>
      <p:font typeface="Fira Sans Extra Condensed SemiBold" panose="020B0604020202020204" charset="0"/>
      <p:regular r:id="rId36"/>
      <p:bold r:id="rId37"/>
      <p:italic r:id="rId38"/>
      <p:boldItalic r:id="rId39"/>
    </p:embeddedFont>
    <p:embeddedFont>
      <p:font typeface="Roboto" panose="020B060402020202020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0F0BF4-C95A-E8DC-2962-788F6E0FCCFC}" v="266" dt="2025-04-12T15:50:54.099"/>
    <p1510:client id="{4A93522A-6402-4B3A-A109-AF8AE9D84A4F}" v="34" dt="2025-04-12T12:20:43.454"/>
    <p1510:client id="{6BF7F4DA-C311-F50E-0F6B-3E274C30C04E}" v="257" dt="2025-04-12T14:17:59.383"/>
    <p1510:client id="{88B63DDD-281C-42FD-9CE3-311506485B7A}" v="3" dt="2025-04-12T12:20:50.295"/>
    <p1510:client id="{A57A088A-F235-49F6-AF33-CEEA08BCE822}" v="363" dt="2025-04-12T15:44:16.585"/>
    <p1510:client id="{B79081F5-765F-7571-7F4B-3CFEB277E1F1}" v="89" dt="2025-04-12T15:52:14.702"/>
    <p1510:client id="{B8F8ADD9-2F28-EDEC-E2F1-1C23800FDA8C}" v="1086" dt="2025-04-12T15:25:18.192"/>
    <p1510:client id="{D553D526-5740-AFEA-795C-05777DFF9969}" v="334" dt="2025-04-12T12:54:58.6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0.fntdata"/><Relationship Id="rId21" Type="http://schemas.openxmlformats.org/officeDocument/2006/relationships/slide" Target="slides/slide17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7.fntdata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1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nacio Hoyos Diego" userId="S::uo300737@uniovi.es::12878ccb-43a9-46db-89db-1429693cb130" providerId="AD" clId="Web-{6BF7F4DA-C311-F50E-0F6B-3E274C30C04E}"/>
    <pc:docChg chg="addSld modSld">
      <pc:chgData name="Ignacio Hoyos Diego" userId="S::uo300737@uniovi.es::12878ccb-43a9-46db-89db-1429693cb130" providerId="AD" clId="Web-{6BF7F4DA-C311-F50E-0F6B-3E274C30C04E}" dt="2025-04-12T14:17:59.383" v="215"/>
      <pc:docMkLst>
        <pc:docMk/>
      </pc:docMkLst>
      <pc:sldChg chg="addSp modSp">
        <pc:chgData name="Ignacio Hoyos Diego" userId="S::uo300737@uniovi.es::12878ccb-43a9-46db-89db-1429693cb130" providerId="AD" clId="Web-{6BF7F4DA-C311-F50E-0F6B-3E274C30C04E}" dt="2025-04-12T14:08:55.120" v="16" actId="1076"/>
        <pc:sldMkLst>
          <pc:docMk/>
          <pc:sldMk cId="331060147" sldId="292"/>
        </pc:sldMkLst>
        <pc:graphicFrameChg chg="mod modGraphic">
          <ac:chgData name="Ignacio Hoyos Diego" userId="S::uo300737@uniovi.es::12878ccb-43a9-46db-89db-1429693cb130" providerId="AD" clId="Web-{6BF7F4DA-C311-F50E-0F6B-3E274C30C04E}" dt="2025-04-12T14:08:52.995" v="15" actId="1076"/>
          <ac:graphicFrameMkLst>
            <pc:docMk/>
            <pc:sldMk cId="331060147" sldId="292"/>
            <ac:graphicFrameMk id="3" creationId="{05E96C08-7EC8-53A8-EC35-F8C31BCAA0E5}"/>
          </ac:graphicFrameMkLst>
        </pc:graphicFrameChg>
        <pc:picChg chg="add mod">
          <ac:chgData name="Ignacio Hoyos Diego" userId="S::uo300737@uniovi.es::12878ccb-43a9-46db-89db-1429693cb130" providerId="AD" clId="Web-{6BF7F4DA-C311-F50E-0F6B-3E274C30C04E}" dt="2025-04-12T14:08:55.120" v="16" actId="1076"/>
          <ac:picMkLst>
            <pc:docMk/>
            <pc:sldMk cId="331060147" sldId="292"/>
            <ac:picMk id="2" creationId="{530D3EE8-93F5-C049-C111-1D4FCF8A29D6}"/>
          </ac:picMkLst>
        </pc:picChg>
      </pc:sldChg>
      <pc:sldChg chg="addSp modSp add replId">
        <pc:chgData name="Ignacio Hoyos Diego" userId="S::uo300737@uniovi.es::12878ccb-43a9-46db-89db-1429693cb130" providerId="AD" clId="Web-{6BF7F4DA-C311-F50E-0F6B-3E274C30C04E}" dt="2025-04-12T14:06:11.989" v="1"/>
        <pc:sldMkLst>
          <pc:docMk/>
          <pc:sldMk cId="3031637097" sldId="311"/>
        </pc:sldMkLst>
        <pc:picChg chg="add mod">
          <ac:chgData name="Ignacio Hoyos Diego" userId="S::uo300737@uniovi.es::12878ccb-43a9-46db-89db-1429693cb130" providerId="AD" clId="Web-{6BF7F4DA-C311-F50E-0F6B-3E274C30C04E}" dt="2025-04-12T14:06:11.989" v="1"/>
          <ac:picMkLst>
            <pc:docMk/>
            <pc:sldMk cId="3031637097" sldId="311"/>
            <ac:picMk id="3" creationId="{88B133F2-6656-6B94-C517-B9EA6A406A37}"/>
          </ac:picMkLst>
        </pc:picChg>
      </pc:sldChg>
      <pc:sldChg chg="modSp add replId">
        <pc:chgData name="Ignacio Hoyos Diego" userId="S::uo300737@uniovi.es::12878ccb-43a9-46db-89db-1429693cb130" providerId="AD" clId="Web-{6BF7F4DA-C311-F50E-0F6B-3E274C30C04E}" dt="2025-04-12T14:17:59.383" v="215"/>
        <pc:sldMkLst>
          <pc:docMk/>
          <pc:sldMk cId="2240452842" sldId="312"/>
        </pc:sldMkLst>
        <pc:graphicFrameChg chg="mod modGraphic">
          <ac:chgData name="Ignacio Hoyos Diego" userId="S::uo300737@uniovi.es::12878ccb-43a9-46db-89db-1429693cb130" providerId="AD" clId="Web-{6BF7F4DA-C311-F50E-0F6B-3E274C30C04E}" dt="2025-04-12T14:17:59.383" v="215"/>
          <ac:graphicFrameMkLst>
            <pc:docMk/>
            <pc:sldMk cId="2240452842" sldId="312"/>
            <ac:graphicFrameMk id="3" creationId="{79B436CA-E31E-0CF6-B1BC-2DF96ADA991B}"/>
          </ac:graphicFrameMkLst>
        </pc:graphicFrameChg>
        <pc:picChg chg="mod">
          <ac:chgData name="Ignacio Hoyos Diego" userId="S::uo300737@uniovi.es::12878ccb-43a9-46db-89db-1429693cb130" providerId="AD" clId="Web-{6BF7F4DA-C311-F50E-0F6B-3E274C30C04E}" dt="2025-04-12T14:14:46.172" v="174" actId="1076"/>
          <ac:picMkLst>
            <pc:docMk/>
            <pc:sldMk cId="2240452842" sldId="312"/>
            <ac:picMk id="2" creationId="{C1708B77-26F6-FD44-2D4A-7CFBE3D41492}"/>
          </ac:picMkLst>
        </pc:picChg>
      </pc:sldChg>
    </pc:docChg>
  </pc:docChgLst>
  <pc:docChgLst>
    <pc:chgData name="Ignacio Hoyos Diego" userId="S::uo300737@uniovi.es::12878ccb-43a9-46db-89db-1429693cb130" providerId="AD" clId="Web-{D553D526-5740-AFEA-795C-05777DFF9969}"/>
    <pc:docChg chg="addSld delSld modSld sldOrd">
      <pc:chgData name="Ignacio Hoyos Diego" userId="S::uo300737@uniovi.es::12878ccb-43a9-46db-89db-1429693cb130" providerId="AD" clId="Web-{D553D526-5740-AFEA-795C-05777DFF9969}" dt="2025-04-12T12:54:58.655" v="302"/>
      <pc:docMkLst>
        <pc:docMk/>
      </pc:docMkLst>
      <pc:sldChg chg="modSp">
        <pc:chgData name="Ignacio Hoyos Diego" userId="S::uo300737@uniovi.es::12878ccb-43a9-46db-89db-1429693cb130" providerId="AD" clId="Web-{D553D526-5740-AFEA-795C-05777DFF9969}" dt="2025-04-12T12:37:20.559" v="21" actId="20577"/>
        <pc:sldMkLst>
          <pc:docMk/>
          <pc:sldMk cId="0" sldId="256"/>
        </pc:sldMkLst>
        <pc:spChg chg="mod">
          <ac:chgData name="Ignacio Hoyos Diego" userId="S::uo300737@uniovi.es::12878ccb-43a9-46db-89db-1429693cb130" providerId="AD" clId="Web-{D553D526-5740-AFEA-795C-05777DFF9969}" dt="2025-04-12T12:37:10.106" v="15" actId="14100"/>
          <ac:spMkLst>
            <pc:docMk/>
            <pc:sldMk cId="0" sldId="256"/>
            <ac:spMk id="57" creationId="{00000000-0000-0000-0000-000000000000}"/>
          </ac:spMkLst>
        </pc:spChg>
        <pc:spChg chg="mod">
          <ac:chgData name="Ignacio Hoyos Diego" userId="S::uo300737@uniovi.es::12878ccb-43a9-46db-89db-1429693cb130" providerId="AD" clId="Web-{D553D526-5740-AFEA-795C-05777DFF9969}" dt="2025-04-12T12:37:20.559" v="21" actId="20577"/>
          <ac:spMkLst>
            <pc:docMk/>
            <pc:sldMk cId="0" sldId="256"/>
            <ac:spMk id="58" creationId="{00000000-0000-0000-0000-000000000000}"/>
          </ac:spMkLst>
        </pc:spChg>
      </pc:sldChg>
      <pc:sldChg chg="del">
        <pc:chgData name="Ignacio Hoyos Diego" userId="S::uo300737@uniovi.es::12878ccb-43a9-46db-89db-1429693cb130" providerId="AD" clId="Web-{D553D526-5740-AFEA-795C-05777DFF9969}" dt="2025-04-12T12:40:19.413" v="24"/>
        <pc:sldMkLst>
          <pc:docMk/>
          <pc:sldMk cId="0" sldId="287"/>
        </pc:sldMkLst>
      </pc:sldChg>
      <pc:sldChg chg="del">
        <pc:chgData name="Ignacio Hoyos Diego" userId="S::uo300737@uniovi.es::12878ccb-43a9-46db-89db-1429693cb130" providerId="AD" clId="Web-{D553D526-5740-AFEA-795C-05777DFF9969}" dt="2025-04-12T12:40:16.381" v="23"/>
        <pc:sldMkLst>
          <pc:docMk/>
          <pc:sldMk cId="0" sldId="288"/>
        </pc:sldMkLst>
      </pc:sldChg>
      <pc:sldChg chg="modSp ord">
        <pc:chgData name="Ignacio Hoyos Diego" userId="S::uo300737@uniovi.es::12878ccb-43a9-46db-89db-1429693cb130" providerId="AD" clId="Web-{D553D526-5740-AFEA-795C-05777DFF9969}" dt="2025-04-12T12:44:49.878" v="113"/>
        <pc:sldMkLst>
          <pc:docMk/>
          <pc:sldMk cId="3461872844" sldId="290"/>
        </pc:sldMkLst>
        <pc:spChg chg="mod">
          <ac:chgData name="Ignacio Hoyos Diego" userId="S::uo300737@uniovi.es::12878ccb-43a9-46db-89db-1429693cb130" providerId="AD" clId="Web-{D553D526-5740-AFEA-795C-05777DFF9969}" dt="2025-04-12T12:44:01.188" v="82" actId="20577"/>
          <ac:spMkLst>
            <pc:docMk/>
            <pc:sldMk cId="3461872844" sldId="290"/>
            <ac:spMk id="2" creationId="{891357E3-2021-5DC3-D005-E8DAEAE838DC}"/>
          </ac:spMkLst>
        </pc:spChg>
      </pc:sldChg>
      <pc:sldChg chg="addSp delSp modSp">
        <pc:chgData name="Ignacio Hoyos Diego" userId="S::uo300737@uniovi.es::12878ccb-43a9-46db-89db-1429693cb130" providerId="AD" clId="Web-{D553D526-5740-AFEA-795C-05777DFF9969}" dt="2025-04-12T12:48:11.590" v="189" actId="20577"/>
        <pc:sldMkLst>
          <pc:docMk/>
          <pc:sldMk cId="3501509408" sldId="291"/>
        </pc:sldMkLst>
        <pc:spChg chg="add mod">
          <ac:chgData name="Ignacio Hoyos Diego" userId="S::uo300737@uniovi.es::12878ccb-43a9-46db-89db-1429693cb130" providerId="AD" clId="Web-{D553D526-5740-AFEA-795C-05777DFF9969}" dt="2025-04-12T12:47:59.105" v="166" actId="1076"/>
          <ac:spMkLst>
            <pc:docMk/>
            <pc:sldMk cId="3501509408" sldId="291"/>
            <ac:spMk id="10" creationId="{E799C4DC-F117-FD41-11F1-4F3EDF5C876E}"/>
          </ac:spMkLst>
        </pc:spChg>
        <pc:spChg chg="add mod">
          <ac:chgData name="Ignacio Hoyos Diego" userId="S::uo300737@uniovi.es::12878ccb-43a9-46db-89db-1429693cb130" providerId="AD" clId="Web-{D553D526-5740-AFEA-795C-05777DFF9969}" dt="2025-04-12T12:48:11.590" v="189" actId="20577"/>
          <ac:spMkLst>
            <pc:docMk/>
            <pc:sldMk cId="3501509408" sldId="291"/>
            <ac:spMk id="12" creationId="{FCA55CFC-C96A-4D72-79B0-1C5C57DCFA22}"/>
          </ac:spMkLst>
        </pc:spChg>
        <pc:spChg chg="add mod">
          <ac:chgData name="Ignacio Hoyos Diego" userId="S::uo300737@uniovi.es::12878ccb-43a9-46db-89db-1429693cb130" providerId="AD" clId="Web-{D553D526-5740-AFEA-795C-05777DFF9969}" dt="2025-04-12T12:47:59.120" v="168" actId="1076"/>
          <ac:spMkLst>
            <pc:docMk/>
            <pc:sldMk cId="3501509408" sldId="291"/>
            <ac:spMk id="14" creationId="{043E2FB0-0771-8A50-964E-5841D63E9A34}"/>
          </ac:spMkLst>
        </pc:spChg>
        <pc:spChg chg="add mod">
          <ac:chgData name="Ignacio Hoyos Diego" userId="S::uo300737@uniovi.es::12878ccb-43a9-46db-89db-1429693cb130" providerId="AD" clId="Web-{D553D526-5740-AFEA-795C-05777DFF9969}" dt="2025-04-12T12:47:59.136" v="169" actId="1076"/>
          <ac:spMkLst>
            <pc:docMk/>
            <pc:sldMk cId="3501509408" sldId="291"/>
            <ac:spMk id="16" creationId="{DFF25988-A6CE-D09B-7F5B-CDA5EDC17B8F}"/>
          </ac:spMkLst>
        </pc:spChg>
        <pc:spChg chg="del mod">
          <ac:chgData name="Ignacio Hoyos Diego" userId="S::uo300737@uniovi.es::12878ccb-43a9-46db-89db-1429693cb130" providerId="AD" clId="Web-{D553D526-5740-AFEA-795C-05777DFF9969}" dt="2025-04-12T12:47:54.480" v="161"/>
          <ac:spMkLst>
            <pc:docMk/>
            <pc:sldMk cId="3501509408" sldId="291"/>
            <ac:spMk id="290" creationId="{8979BD6E-D699-DC2C-2F4F-737CDE976925}"/>
          </ac:spMkLst>
        </pc:spChg>
      </pc:sldChg>
      <pc:sldChg chg="addSp delSp modSp">
        <pc:chgData name="Ignacio Hoyos Diego" userId="S::uo300737@uniovi.es::12878ccb-43a9-46db-89db-1429693cb130" providerId="AD" clId="Web-{D553D526-5740-AFEA-795C-05777DFF9969}" dt="2025-04-12T12:48:35.294" v="204" actId="20577"/>
        <pc:sldMkLst>
          <pc:docMk/>
          <pc:sldMk cId="331060147" sldId="292"/>
        </pc:sldMkLst>
        <pc:spChg chg="del">
          <ac:chgData name="Ignacio Hoyos Diego" userId="S::uo300737@uniovi.es::12878ccb-43a9-46db-89db-1429693cb130" providerId="AD" clId="Web-{D553D526-5740-AFEA-795C-05777DFF9969}" dt="2025-04-12T12:46:08.319" v="115"/>
          <ac:spMkLst>
            <pc:docMk/>
            <pc:sldMk cId="331060147" sldId="292"/>
            <ac:spMk id="2" creationId="{3311DFFC-D9B2-C4C1-4922-9E8DB3F9464A}"/>
          </ac:spMkLst>
        </pc:spChg>
        <pc:spChg chg="add del mod">
          <ac:chgData name="Ignacio Hoyos Diego" userId="S::uo300737@uniovi.es::12878ccb-43a9-46db-89db-1429693cb130" providerId="AD" clId="Web-{D553D526-5740-AFEA-795C-05777DFF9969}" dt="2025-04-12T12:46:17.210" v="125"/>
          <ac:spMkLst>
            <pc:docMk/>
            <pc:sldMk cId="331060147" sldId="292"/>
            <ac:spMk id="5" creationId="{5D436E84-7C62-CE38-E6D7-C2D313D7CACF}"/>
          </ac:spMkLst>
        </pc:spChg>
        <pc:spChg chg="add del mod">
          <ac:chgData name="Ignacio Hoyos Diego" userId="S::uo300737@uniovi.es::12878ccb-43a9-46db-89db-1429693cb130" providerId="AD" clId="Web-{D553D526-5740-AFEA-795C-05777DFF9969}" dt="2025-04-12T12:46:24.569" v="127"/>
          <ac:spMkLst>
            <pc:docMk/>
            <pc:sldMk cId="331060147" sldId="292"/>
            <ac:spMk id="7" creationId="{26CB412D-EBD4-DDE7-7D4A-19D1355A91EA}"/>
          </ac:spMkLst>
        </pc:spChg>
        <pc:spChg chg="add del mod">
          <ac:chgData name="Ignacio Hoyos Diego" userId="S::uo300737@uniovi.es::12878ccb-43a9-46db-89db-1429693cb130" providerId="AD" clId="Web-{D553D526-5740-AFEA-795C-05777DFF9969}" dt="2025-04-12T12:46:27.164" v="128"/>
          <ac:spMkLst>
            <pc:docMk/>
            <pc:sldMk cId="331060147" sldId="292"/>
            <ac:spMk id="9" creationId="{F6A59AA5-5D6A-9278-7986-F014AB539A4E}"/>
          </ac:spMkLst>
        </pc:spChg>
        <pc:spChg chg="add del mod">
          <ac:chgData name="Ignacio Hoyos Diego" userId="S::uo300737@uniovi.es::12878ccb-43a9-46db-89db-1429693cb130" providerId="AD" clId="Web-{D553D526-5740-AFEA-795C-05777DFF9969}" dt="2025-04-12T12:47:10.884" v="151"/>
          <ac:spMkLst>
            <pc:docMk/>
            <pc:sldMk cId="331060147" sldId="292"/>
            <ac:spMk id="11" creationId="{4F09ECB3-7023-88D2-9CBE-73CD6D578F36}"/>
          </ac:spMkLst>
        </pc:spChg>
        <pc:spChg chg="add del mod">
          <ac:chgData name="Ignacio Hoyos Diego" userId="S::uo300737@uniovi.es::12878ccb-43a9-46db-89db-1429693cb130" providerId="AD" clId="Web-{D553D526-5740-AFEA-795C-05777DFF9969}" dt="2025-04-12T12:46:30.679" v="130"/>
          <ac:spMkLst>
            <pc:docMk/>
            <pc:sldMk cId="331060147" sldId="292"/>
            <ac:spMk id="13" creationId="{98C2F313-35C4-9A11-D37B-EED7B4E261B1}"/>
          </ac:spMkLst>
        </pc:spChg>
        <pc:spChg chg="add mod">
          <ac:chgData name="Ignacio Hoyos Diego" userId="S::uo300737@uniovi.es::12878ccb-43a9-46db-89db-1429693cb130" providerId="AD" clId="Web-{D553D526-5740-AFEA-795C-05777DFF9969}" dt="2025-04-12T12:47:34.041" v="156" actId="1076"/>
          <ac:spMkLst>
            <pc:docMk/>
            <pc:sldMk cId="331060147" sldId="292"/>
            <ac:spMk id="15" creationId="{DBE3A219-3384-6A15-C93B-FDA6891E5CF5}"/>
          </ac:spMkLst>
        </pc:spChg>
        <pc:spChg chg="add mod">
          <ac:chgData name="Ignacio Hoyos Diego" userId="S::uo300737@uniovi.es::12878ccb-43a9-46db-89db-1429693cb130" providerId="AD" clId="Web-{D553D526-5740-AFEA-795C-05777DFF9969}" dt="2025-04-12T12:47:34.072" v="157" actId="1076"/>
          <ac:spMkLst>
            <pc:docMk/>
            <pc:sldMk cId="331060147" sldId="292"/>
            <ac:spMk id="17" creationId="{5D64F50F-C236-764B-A372-63116CFCEF34}"/>
          </ac:spMkLst>
        </pc:spChg>
        <pc:spChg chg="add mod">
          <ac:chgData name="Ignacio Hoyos Diego" userId="S::uo300737@uniovi.es::12878ccb-43a9-46db-89db-1429693cb130" providerId="AD" clId="Web-{D553D526-5740-AFEA-795C-05777DFF9969}" dt="2025-04-12T12:48:35.294" v="204" actId="20577"/>
          <ac:spMkLst>
            <pc:docMk/>
            <pc:sldMk cId="331060147" sldId="292"/>
            <ac:spMk id="19" creationId="{725010E8-53B6-4E3D-27B8-6703732269D4}"/>
          </ac:spMkLst>
        </pc:spChg>
        <pc:spChg chg="add mod">
          <ac:chgData name="Ignacio Hoyos Diego" userId="S::uo300737@uniovi.es::12878ccb-43a9-46db-89db-1429693cb130" providerId="AD" clId="Web-{D553D526-5740-AFEA-795C-05777DFF9969}" dt="2025-04-12T12:47:34.104" v="159" actId="1076"/>
          <ac:spMkLst>
            <pc:docMk/>
            <pc:sldMk cId="331060147" sldId="292"/>
            <ac:spMk id="21" creationId="{75BEE92E-303C-C1C9-C64D-241FBB055B94}"/>
          </ac:spMkLst>
        </pc:spChg>
        <pc:graphicFrameChg chg="mod modGraphic">
          <ac:chgData name="Ignacio Hoyos Diego" userId="S::uo300737@uniovi.es::12878ccb-43a9-46db-89db-1429693cb130" providerId="AD" clId="Web-{D553D526-5740-AFEA-795C-05777DFF9969}" dt="2025-04-12T12:47:24.510" v="153"/>
          <ac:graphicFrameMkLst>
            <pc:docMk/>
            <pc:sldMk cId="331060147" sldId="292"/>
            <ac:graphicFrameMk id="3" creationId="{05E96C08-7EC8-53A8-EC35-F8C31BCAA0E5}"/>
          </ac:graphicFrameMkLst>
        </pc:graphicFrameChg>
      </pc:sldChg>
      <pc:sldChg chg="addSp delSp modSp">
        <pc:chgData name="Ignacio Hoyos Diego" userId="S::uo300737@uniovi.es::12878ccb-43a9-46db-89db-1429693cb130" providerId="AD" clId="Web-{D553D526-5740-AFEA-795C-05777DFF9969}" dt="2025-04-12T12:51:24.973" v="262"/>
        <pc:sldMkLst>
          <pc:docMk/>
          <pc:sldMk cId="721702655" sldId="294"/>
        </pc:sldMkLst>
        <pc:spChg chg="add del mod">
          <ac:chgData name="Ignacio Hoyos Diego" userId="S::uo300737@uniovi.es::12878ccb-43a9-46db-89db-1429693cb130" providerId="AD" clId="Web-{D553D526-5740-AFEA-795C-05777DFF9969}" dt="2025-04-12T12:51:24.192" v="258"/>
          <ac:spMkLst>
            <pc:docMk/>
            <pc:sldMk cId="721702655" sldId="294"/>
            <ac:spMk id="4" creationId="{F50564D7-261E-4C5C-5E0E-CC1CFF69BC2E}"/>
          </ac:spMkLst>
        </pc:spChg>
        <pc:spChg chg="add">
          <ac:chgData name="Ignacio Hoyos Diego" userId="S::uo300737@uniovi.es::12878ccb-43a9-46db-89db-1429693cb130" providerId="AD" clId="Web-{D553D526-5740-AFEA-795C-05777DFF9969}" dt="2025-04-12T12:51:24.880" v="259"/>
          <ac:spMkLst>
            <pc:docMk/>
            <pc:sldMk cId="721702655" sldId="294"/>
            <ac:spMk id="6" creationId="{AA4DE180-FE43-0A04-1613-4B8F097B96A1}"/>
          </ac:spMkLst>
        </pc:spChg>
        <pc:spChg chg="add">
          <ac:chgData name="Ignacio Hoyos Diego" userId="S::uo300737@uniovi.es::12878ccb-43a9-46db-89db-1429693cb130" providerId="AD" clId="Web-{D553D526-5740-AFEA-795C-05777DFF9969}" dt="2025-04-12T12:51:24.911" v="260"/>
          <ac:spMkLst>
            <pc:docMk/>
            <pc:sldMk cId="721702655" sldId="294"/>
            <ac:spMk id="8" creationId="{2FF273F8-8E98-E5C7-83AB-10FFF6C66134}"/>
          </ac:spMkLst>
        </pc:spChg>
        <pc:spChg chg="add">
          <ac:chgData name="Ignacio Hoyos Diego" userId="S::uo300737@uniovi.es::12878ccb-43a9-46db-89db-1429693cb130" providerId="AD" clId="Web-{D553D526-5740-AFEA-795C-05777DFF9969}" dt="2025-04-12T12:51:24.942" v="261"/>
          <ac:spMkLst>
            <pc:docMk/>
            <pc:sldMk cId="721702655" sldId="294"/>
            <ac:spMk id="10" creationId="{81AB66B0-A25E-19E8-0197-E29A69724EA7}"/>
          </ac:spMkLst>
        </pc:spChg>
        <pc:spChg chg="add">
          <ac:chgData name="Ignacio Hoyos Diego" userId="S::uo300737@uniovi.es::12878ccb-43a9-46db-89db-1429693cb130" providerId="AD" clId="Web-{D553D526-5740-AFEA-795C-05777DFF9969}" dt="2025-04-12T12:51:24.973" v="262"/>
          <ac:spMkLst>
            <pc:docMk/>
            <pc:sldMk cId="721702655" sldId="294"/>
            <ac:spMk id="12" creationId="{6B8146C5-CD51-D20E-98BF-ECB2CB473992}"/>
          </ac:spMkLst>
        </pc:spChg>
        <pc:spChg chg="del">
          <ac:chgData name="Ignacio Hoyos Diego" userId="S::uo300737@uniovi.es::12878ccb-43a9-46db-89db-1429693cb130" providerId="AD" clId="Web-{D553D526-5740-AFEA-795C-05777DFF9969}" dt="2025-04-12T12:51:21.739" v="257"/>
          <ac:spMkLst>
            <pc:docMk/>
            <pc:sldMk cId="721702655" sldId="294"/>
            <ac:spMk id="290" creationId="{0BE9EF0C-AB42-0E70-01B5-63CA3434721D}"/>
          </ac:spMkLst>
        </pc:spChg>
      </pc:sldChg>
      <pc:sldChg chg="del">
        <pc:chgData name="Ignacio Hoyos Diego" userId="S::uo300737@uniovi.es::12878ccb-43a9-46db-89db-1429693cb130" providerId="AD" clId="Web-{D553D526-5740-AFEA-795C-05777DFF9969}" dt="2025-04-12T12:47:16.212" v="152"/>
        <pc:sldMkLst>
          <pc:docMk/>
          <pc:sldMk cId="2937784518" sldId="296"/>
        </pc:sldMkLst>
      </pc:sldChg>
      <pc:sldChg chg="addSp delSp modSp">
        <pc:chgData name="Ignacio Hoyos Diego" userId="S::uo300737@uniovi.es::12878ccb-43a9-46db-89db-1429693cb130" providerId="AD" clId="Web-{D553D526-5740-AFEA-795C-05777DFF9969}" dt="2025-04-12T12:54:58.655" v="302"/>
        <pc:sldMkLst>
          <pc:docMk/>
          <pc:sldMk cId="3409979760" sldId="297"/>
        </pc:sldMkLst>
        <pc:spChg chg="mod">
          <ac:chgData name="Ignacio Hoyos Diego" userId="S::uo300737@uniovi.es::12878ccb-43a9-46db-89db-1429693cb130" providerId="AD" clId="Web-{D553D526-5740-AFEA-795C-05777DFF9969}" dt="2025-04-12T12:41:00.930" v="34" actId="1076"/>
          <ac:spMkLst>
            <pc:docMk/>
            <pc:sldMk cId="3409979760" sldId="297"/>
            <ac:spMk id="937" creationId="{F5FFFCC3-A441-18AF-68A1-271672C75ED8}"/>
          </ac:spMkLst>
        </pc:spChg>
        <pc:picChg chg="add del mod">
          <ac:chgData name="Ignacio Hoyos Diego" userId="S::uo300737@uniovi.es::12878ccb-43a9-46db-89db-1429693cb130" providerId="AD" clId="Web-{D553D526-5740-AFEA-795C-05777DFF9969}" dt="2025-04-12T12:54:58.655" v="302"/>
          <ac:picMkLst>
            <pc:docMk/>
            <pc:sldMk cId="3409979760" sldId="297"/>
            <ac:picMk id="10" creationId="{6CCFA3EC-C98A-08D6-7A27-7888100F136E}"/>
          </ac:picMkLst>
        </pc:picChg>
      </pc:sldChg>
      <pc:sldChg chg="del">
        <pc:chgData name="Ignacio Hoyos Diego" userId="S::uo300737@uniovi.es::12878ccb-43a9-46db-89db-1429693cb130" providerId="AD" clId="Web-{D553D526-5740-AFEA-795C-05777DFF9969}" dt="2025-04-12T12:48:27.169" v="190"/>
        <pc:sldMkLst>
          <pc:docMk/>
          <pc:sldMk cId="3143315686" sldId="298"/>
        </pc:sldMkLst>
      </pc:sldChg>
      <pc:sldChg chg="delSp del">
        <pc:chgData name="Ignacio Hoyos Diego" userId="S::uo300737@uniovi.es::12878ccb-43a9-46db-89db-1429693cb130" providerId="AD" clId="Web-{D553D526-5740-AFEA-795C-05777DFF9969}" dt="2025-04-12T12:49:05.311" v="214"/>
        <pc:sldMkLst>
          <pc:docMk/>
          <pc:sldMk cId="1818865342" sldId="299"/>
        </pc:sldMkLst>
        <pc:spChg chg="del">
          <ac:chgData name="Ignacio Hoyos Diego" userId="S::uo300737@uniovi.es::12878ccb-43a9-46db-89db-1429693cb130" providerId="AD" clId="Web-{D553D526-5740-AFEA-795C-05777DFF9969}" dt="2025-04-12T12:38:14.030" v="22"/>
          <ac:spMkLst>
            <pc:docMk/>
            <pc:sldMk cId="1818865342" sldId="299"/>
            <ac:spMk id="11" creationId="{3BA5DED4-1793-ED7C-6F8C-D8F0CE534F0A}"/>
          </ac:spMkLst>
        </pc:spChg>
      </pc:sldChg>
      <pc:sldChg chg="del">
        <pc:chgData name="Ignacio Hoyos Diego" userId="S::uo300737@uniovi.es::12878ccb-43a9-46db-89db-1429693cb130" providerId="AD" clId="Web-{D553D526-5740-AFEA-795C-05777DFF9969}" dt="2025-04-12T12:49:39.844" v="230"/>
        <pc:sldMkLst>
          <pc:docMk/>
          <pc:sldMk cId="2313775797" sldId="300"/>
        </pc:sldMkLst>
      </pc:sldChg>
      <pc:sldChg chg="del">
        <pc:chgData name="Ignacio Hoyos Diego" userId="S::uo300737@uniovi.es::12878ccb-43a9-46db-89db-1429693cb130" providerId="AD" clId="Web-{D553D526-5740-AFEA-795C-05777DFF9969}" dt="2025-04-12T12:51:07.551" v="256"/>
        <pc:sldMkLst>
          <pc:docMk/>
          <pc:sldMk cId="1719308483" sldId="301"/>
        </pc:sldMkLst>
      </pc:sldChg>
      <pc:sldChg chg="addSp delSp modSp">
        <pc:chgData name="Ignacio Hoyos Diego" userId="S::uo300737@uniovi.es::12878ccb-43a9-46db-89db-1429693cb130" providerId="AD" clId="Web-{D553D526-5740-AFEA-795C-05777DFF9969}" dt="2025-04-12T12:52:16.101" v="299" actId="20577"/>
        <pc:sldMkLst>
          <pc:docMk/>
          <pc:sldMk cId="1117769237" sldId="302"/>
        </pc:sldMkLst>
        <pc:spChg chg="add mod">
          <ac:chgData name="Ignacio Hoyos Diego" userId="S::uo300737@uniovi.es::12878ccb-43a9-46db-89db-1429693cb130" providerId="AD" clId="Web-{D553D526-5740-AFEA-795C-05777DFF9969}" dt="2025-04-12T12:49:00.889" v="210" actId="1076"/>
          <ac:spMkLst>
            <pc:docMk/>
            <pc:sldMk cId="1117769237" sldId="302"/>
            <ac:spMk id="4" creationId="{9B2E031F-A54C-E41A-74CF-3183518CD693}"/>
          </ac:spMkLst>
        </pc:spChg>
        <pc:spChg chg="del mod">
          <ac:chgData name="Ignacio Hoyos Diego" userId="S::uo300737@uniovi.es::12878ccb-43a9-46db-89db-1429693cb130" providerId="AD" clId="Web-{D553D526-5740-AFEA-795C-05777DFF9969}" dt="2025-04-12T12:52:08.631" v="283"/>
          <ac:spMkLst>
            <pc:docMk/>
            <pc:sldMk cId="1117769237" sldId="302"/>
            <ac:spMk id="5" creationId="{4A385566-9661-13BA-572E-5AA851E26D26}"/>
          </ac:spMkLst>
        </pc:spChg>
        <pc:spChg chg="add mod">
          <ac:chgData name="Ignacio Hoyos Diego" userId="S::uo300737@uniovi.es::12878ccb-43a9-46db-89db-1429693cb130" providerId="AD" clId="Web-{D553D526-5740-AFEA-795C-05777DFF9969}" dt="2025-04-12T12:49:00.904" v="211" actId="1076"/>
          <ac:spMkLst>
            <pc:docMk/>
            <pc:sldMk cId="1117769237" sldId="302"/>
            <ac:spMk id="6" creationId="{D39E981F-37C5-2CB0-2CDE-8E02853AF86E}"/>
          </ac:spMkLst>
        </pc:spChg>
        <pc:spChg chg="add mod">
          <ac:chgData name="Ignacio Hoyos Diego" userId="S::uo300737@uniovi.es::12878ccb-43a9-46db-89db-1429693cb130" providerId="AD" clId="Web-{D553D526-5740-AFEA-795C-05777DFF9969}" dt="2025-04-12T12:52:16.101" v="299" actId="20577"/>
          <ac:spMkLst>
            <pc:docMk/>
            <pc:sldMk cId="1117769237" sldId="302"/>
            <ac:spMk id="8" creationId="{D6B6C697-35A6-7C45-66DC-118319E1FB34}"/>
          </ac:spMkLst>
        </pc:spChg>
        <pc:spChg chg="add mod">
          <ac:chgData name="Ignacio Hoyos Diego" userId="S::uo300737@uniovi.es::12878ccb-43a9-46db-89db-1429693cb130" providerId="AD" clId="Web-{D553D526-5740-AFEA-795C-05777DFF9969}" dt="2025-04-12T12:49:00.920" v="213" actId="1076"/>
          <ac:spMkLst>
            <pc:docMk/>
            <pc:sldMk cId="1117769237" sldId="302"/>
            <ac:spMk id="10" creationId="{91104102-4734-B563-AF49-21319AAB4D53}"/>
          </ac:spMkLst>
        </pc:spChg>
        <pc:spChg chg="mod">
          <ac:chgData name="Ignacio Hoyos Diego" userId="S::uo300737@uniovi.es::12878ccb-43a9-46db-89db-1429693cb130" providerId="AD" clId="Web-{D553D526-5740-AFEA-795C-05777DFF9969}" dt="2025-04-12T12:48:56.045" v="205" actId="1076"/>
          <ac:spMkLst>
            <pc:docMk/>
            <pc:sldMk cId="1117769237" sldId="302"/>
            <ac:spMk id="815" creationId="{86EC58CF-5B95-164B-A0F3-C433089F1BFF}"/>
          </ac:spMkLst>
        </pc:spChg>
      </pc:sldChg>
      <pc:sldChg chg="addSp delSp modSp">
        <pc:chgData name="Ignacio Hoyos Diego" userId="S::uo300737@uniovi.es::12878ccb-43a9-46db-89db-1429693cb130" providerId="AD" clId="Web-{D553D526-5740-AFEA-795C-05777DFF9969}" dt="2025-04-12T12:52:00.319" v="281" actId="1076"/>
        <pc:sldMkLst>
          <pc:docMk/>
          <pc:sldMk cId="817900711" sldId="303"/>
        </pc:sldMkLst>
        <pc:spChg chg="add del mod">
          <ac:chgData name="Ignacio Hoyos Diego" userId="S::uo300737@uniovi.es::12878ccb-43a9-46db-89db-1429693cb130" providerId="AD" clId="Web-{D553D526-5740-AFEA-795C-05777DFF9969}" dt="2025-04-12T12:49:25.890" v="225"/>
          <ac:spMkLst>
            <pc:docMk/>
            <pc:sldMk cId="817900711" sldId="303"/>
            <ac:spMk id="4" creationId="{4CCCA08A-6D0D-441C-F0D5-3D9126720333}"/>
          </ac:spMkLst>
        </pc:spChg>
        <pc:spChg chg="add mod">
          <ac:chgData name="Ignacio Hoyos Diego" userId="S::uo300737@uniovi.es::12878ccb-43a9-46db-89db-1429693cb130" providerId="AD" clId="Web-{D553D526-5740-AFEA-795C-05777DFF9969}" dt="2025-04-12T12:49:34.375" v="226" actId="1076"/>
          <ac:spMkLst>
            <pc:docMk/>
            <pc:sldMk cId="817900711" sldId="303"/>
            <ac:spMk id="6" creationId="{576FE36B-0CBF-23FA-CB56-18F450E15C35}"/>
          </ac:spMkLst>
        </pc:spChg>
        <pc:spChg chg="add mod">
          <ac:chgData name="Ignacio Hoyos Diego" userId="S::uo300737@uniovi.es::12878ccb-43a9-46db-89db-1429693cb130" providerId="AD" clId="Web-{D553D526-5740-AFEA-795C-05777DFF9969}" dt="2025-04-12T12:49:34.390" v="227" actId="1076"/>
          <ac:spMkLst>
            <pc:docMk/>
            <pc:sldMk cId="817900711" sldId="303"/>
            <ac:spMk id="8" creationId="{6F556BE4-E9F0-DDEB-542B-3CFF73F50B82}"/>
          </ac:spMkLst>
        </pc:spChg>
        <pc:spChg chg="add mod">
          <ac:chgData name="Ignacio Hoyos Diego" userId="S::uo300737@uniovi.es::12878ccb-43a9-46db-89db-1429693cb130" providerId="AD" clId="Web-{D553D526-5740-AFEA-795C-05777DFF9969}" dt="2025-04-12T12:52:00.319" v="281" actId="1076"/>
          <ac:spMkLst>
            <pc:docMk/>
            <pc:sldMk cId="817900711" sldId="303"/>
            <ac:spMk id="10" creationId="{EAF5DA9B-527F-D7F7-ACEC-0AA63B64454F}"/>
          </ac:spMkLst>
        </pc:spChg>
        <pc:spChg chg="add mod">
          <ac:chgData name="Ignacio Hoyos Diego" userId="S::uo300737@uniovi.es::12878ccb-43a9-46db-89db-1429693cb130" providerId="AD" clId="Web-{D553D526-5740-AFEA-795C-05777DFF9969}" dt="2025-04-12T12:49:34.468" v="229" actId="1076"/>
          <ac:spMkLst>
            <pc:docMk/>
            <pc:sldMk cId="817900711" sldId="303"/>
            <ac:spMk id="12" creationId="{989126DB-74EF-2305-9A60-4349FCBE84BB}"/>
          </ac:spMkLst>
        </pc:spChg>
        <pc:spChg chg="del">
          <ac:chgData name="Ignacio Hoyos Diego" userId="S::uo300737@uniovi.es::12878ccb-43a9-46db-89db-1429693cb130" providerId="AD" clId="Web-{D553D526-5740-AFEA-795C-05777DFF9969}" dt="2025-04-12T12:49:15.436" v="215"/>
          <ac:spMkLst>
            <pc:docMk/>
            <pc:sldMk cId="817900711" sldId="303"/>
            <ac:spMk id="290" creationId="{5CC19BE7-460C-2451-87EA-C5091EA90C51}"/>
          </ac:spMkLst>
        </pc:spChg>
      </pc:sldChg>
      <pc:sldChg chg="addSp modSp">
        <pc:chgData name="Ignacio Hoyos Diego" userId="S::uo300737@uniovi.es::12878ccb-43a9-46db-89db-1429693cb130" providerId="AD" clId="Web-{D553D526-5740-AFEA-795C-05777DFF9969}" dt="2025-04-12T12:51:44.334" v="278" actId="20577"/>
        <pc:sldMkLst>
          <pc:docMk/>
          <pc:sldMk cId="1058413435" sldId="304"/>
        </pc:sldMkLst>
        <pc:spChg chg="add mod">
          <ac:chgData name="Ignacio Hoyos Diego" userId="S::uo300737@uniovi.es::12878ccb-43a9-46db-89db-1429693cb130" providerId="AD" clId="Web-{D553D526-5740-AFEA-795C-05777DFF9969}" dt="2025-04-12T12:50:07.611" v="241" actId="1076"/>
          <ac:spMkLst>
            <pc:docMk/>
            <pc:sldMk cId="1058413435" sldId="304"/>
            <ac:spMk id="3" creationId="{61DE4693-DFFA-9FE8-A0E3-49343517E2B0}"/>
          </ac:spMkLst>
        </pc:spChg>
        <pc:spChg chg="add mod">
          <ac:chgData name="Ignacio Hoyos Diego" userId="S::uo300737@uniovi.es::12878ccb-43a9-46db-89db-1429693cb130" providerId="AD" clId="Web-{D553D526-5740-AFEA-795C-05777DFF9969}" dt="2025-04-12T12:50:07.611" v="242" actId="1076"/>
          <ac:spMkLst>
            <pc:docMk/>
            <pc:sldMk cId="1058413435" sldId="304"/>
            <ac:spMk id="5" creationId="{41CBC36F-7CD1-18CF-E66C-07FA39BB8167}"/>
          </ac:spMkLst>
        </pc:spChg>
        <pc:spChg chg="add mod">
          <ac:chgData name="Ignacio Hoyos Diego" userId="S::uo300737@uniovi.es::12878ccb-43a9-46db-89db-1429693cb130" providerId="AD" clId="Web-{D553D526-5740-AFEA-795C-05777DFF9969}" dt="2025-04-12T12:50:07.626" v="243" actId="1076"/>
          <ac:spMkLst>
            <pc:docMk/>
            <pc:sldMk cId="1058413435" sldId="304"/>
            <ac:spMk id="7" creationId="{19228E73-9344-0A46-331E-E628E97E079E}"/>
          </ac:spMkLst>
        </pc:spChg>
        <pc:spChg chg="add mod">
          <ac:chgData name="Ignacio Hoyos Diego" userId="S::uo300737@uniovi.es::12878ccb-43a9-46db-89db-1429693cb130" providerId="AD" clId="Web-{D553D526-5740-AFEA-795C-05777DFF9969}" dt="2025-04-12T12:51:44.334" v="278" actId="20577"/>
          <ac:spMkLst>
            <pc:docMk/>
            <pc:sldMk cId="1058413435" sldId="304"/>
            <ac:spMk id="9" creationId="{DF1DAFDC-8A26-03B6-BB90-102AA35A8C07}"/>
          </ac:spMkLst>
        </pc:spChg>
        <pc:spChg chg="add mod">
          <ac:chgData name="Ignacio Hoyos Diego" userId="S::uo300737@uniovi.es::12878ccb-43a9-46db-89db-1429693cb130" providerId="AD" clId="Web-{D553D526-5740-AFEA-795C-05777DFF9969}" dt="2025-04-12T12:50:07.642" v="245" actId="1076"/>
          <ac:spMkLst>
            <pc:docMk/>
            <pc:sldMk cId="1058413435" sldId="304"/>
            <ac:spMk id="11" creationId="{10E0CA15-F2CC-942B-D357-F5BD0822B4FA}"/>
          </ac:spMkLst>
        </pc:spChg>
        <pc:spChg chg="mod">
          <ac:chgData name="Ignacio Hoyos Diego" userId="S::uo300737@uniovi.es::12878ccb-43a9-46db-89db-1429693cb130" providerId="AD" clId="Web-{D553D526-5740-AFEA-795C-05777DFF9969}" dt="2025-04-12T12:50:58.222" v="254" actId="1076"/>
          <ac:spMkLst>
            <pc:docMk/>
            <pc:sldMk cId="1058413435" sldId="304"/>
            <ac:spMk id="103" creationId="{FE559A72-7569-6A0D-A9D7-18BF5C9369CF}"/>
          </ac:spMkLst>
        </pc:spChg>
        <pc:spChg chg="mod">
          <ac:chgData name="Ignacio Hoyos Diego" userId="S::uo300737@uniovi.es::12878ccb-43a9-46db-89db-1429693cb130" providerId="AD" clId="Web-{D553D526-5740-AFEA-795C-05777DFF9969}" dt="2025-04-12T12:50:58.238" v="255" actId="1076"/>
          <ac:spMkLst>
            <pc:docMk/>
            <pc:sldMk cId="1058413435" sldId="304"/>
            <ac:spMk id="105" creationId="{A1C0CA81-4555-366A-BABE-1ADCC328F5CC}"/>
          </ac:spMkLst>
        </pc:spChg>
      </pc:sldChg>
      <pc:sldChg chg="modSp add ord replId">
        <pc:chgData name="Ignacio Hoyos Diego" userId="S::uo300737@uniovi.es::12878ccb-43a9-46db-89db-1429693cb130" providerId="AD" clId="Web-{D553D526-5740-AFEA-795C-05777DFF9969}" dt="2025-04-12T12:44:52.034" v="114"/>
        <pc:sldMkLst>
          <pc:docMk/>
          <pc:sldMk cId="86852726" sldId="305"/>
        </pc:sldMkLst>
        <pc:spChg chg="mod">
          <ac:chgData name="Ignacio Hoyos Diego" userId="S::uo300737@uniovi.es::12878ccb-43a9-46db-89db-1429693cb130" providerId="AD" clId="Web-{D553D526-5740-AFEA-795C-05777DFF9969}" dt="2025-04-12T12:44:37.065" v="110" actId="20577"/>
          <ac:spMkLst>
            <pc:docMk/>
            <pc:sldMk cId="86852726" sldId="305"/>
            <ac:spMk id="2" creationId="{1D80C5A9-015F-8CE9-AEAE-E3F10ECC0005}"/>
          </ac:spMkLst>
        </pc:spChg>
      </pc:sldChg>
    </pc:docChg>
  </pc:docChgLst>
  <pc:docChgLst>
    <pc:chgData name="Ignacio Hoyos Diego" userId="12878ccb-43a9-46db-89db-1429693cb130" providerId="ADAL" clId="{A57A088A-F235-49F6-AF33-CEEA08BCE822}"/>
    <pc:docChg chg="undo custSel addSld delSld modSld sldOrd">
      <pc:chgData name="Ignacio Hoyos Diego" userId="12878ccb-43a9-46db-89db-1429693cb130" providerId="ADAL" clId="{A57A088A-F235-49F6-AF33-CEEA08BCE822}" dt="2025-04-12T15:44:16.585" v="361" actId="20577"/>
      <pc:docMkLst>
        <pc:docMk/>
      </pc:docMkLst>
      <pc:sldChg chg="del">
        <pc:chgData name="Ignacio Hoyos Diego" userId="12878ccb-43a9-46db-89db-1429693cb130" providerId="ADAL" clId="{A57A088A-F235-49F6-AF33-CEEA08BCE822}" dt="2025-04-12T15:24:37.161" v="332" actId="47"/>
        <pc:sldMkLst>
          <pc:docMk/>
          <pc:sldMk cId="0" sldId="257"/>
        </pc:sldMkLst>
      </pc:sldChg>
      <pc:sldChg chg="del">
        <pc:chgData name="Ignacio Hoyos Diego" userId="12878ccb-43a9-46db-89db-1429693cb130" providerId="ADAL" clId="{A57A088A-F235-49F6-AF33-CEEA08BCE822}" dt="2025-04-12T15:24:38.600" v="333" actId="47"/>
        <pc:sldMkLst>
          <pc:docMk/>
          <pc:sldMk cId="0" sldId="258"/>
        </pc:sldMkLst>
      </pc:sldChg>
      <pc:sldChg chg="del">
        <pc:chgData name="Ignacio Hoyos Diego" userId="12878ccb-43a9-46db-89db-1429693cb130" providerId="ADAL" clId="{A57A088A-F235-49F6-AF33-CEEA08BCE822}" dt="2025-04-12T15:24:42.818" v="334" actId="47"/>
        <pc:sldMkLst>
          <pc:docMk/>
          <pc:sldMk cId="0" sldId="259"/>
        </pc:sldMkLst>
      </pc:sldChg>
      <pc:sldChg chg="del">
        <pc:chgData name="Ignacio Hoyos Diego" userId="12878ccb-43a9-46db-89db-1429693cb130" providerId="ADAL" clId="{A57A088A-F235-49F6-AF33-CEEA08BCE822}" dt="2025-04-12T15:24:43.923" v="335" actId="47"/>
        <pc:sldMkLst>
          <pc:docMk/>
          <pc:sldMk cId="0" sldId="260"/>
        </pc:sldMkLst>
      </pc:sldChg>
      <pc:sldChg chg="del">
        <pc:chgData name="Ignacio Hoyos Diego" userId="12878ccb-43a9-46db-89db-1429693cb130" providerId="ADAL" clId="{A57A088A-F235-49F6-AF33-CEEA08BCE822}" dt="2025-04-12T15:24:44.720" v="336" actId="47"/>
        <pc:sldMkLst>
          <pc:docMk/>
          <pc:sldMk cId="0" sldId="261"/>
        </pc:sldMkLst>
      </pc:sldChg>
      <pc:sldChg chg="del">
        <pc:chgData name="Ignacio Hoyos Diego" userId="12878ccb-43a9-46db-89db-1429693cb130" providerId="ADAL" clId="{A57A088A-F235-49F6-AF33-CEEA08BCE822}" dt="2025-04-12T15:24:45.563" v="337" actId="47"/>
        <pc:sldMkLst>
          <pc:docMk/>
          <pc:sldMk cId="0" sldId="262"/>
        </pc:sldMkLst>
      </pc:sldChg>
      <pc:sldChg chg="del">
        <pc:chgData name="Ignacio Hoyos Diego" userId="12878ccb-43a9-46db-89db-1429693cb130" providerId="ADAL" clId="{A57A088A-F235-49F6-AF33-CEEA08BCE822}" dt="2025-04-12T15:24:46.923" v="338" actId="47"/>
        <pc:sldMkLst>
          <pc:docMk/>
          <pc:sldMk cId="0" sldId="263"/>
        </pc:sldMkLst>
      </pc:sldChg>
      <pc:sldChg chg="del">
        <pc:chgData name="Ignacio Hoyos Diego" userId="12878ccb-43a9-46db-89db-1429693cb130" providerId="ADAL" clId="{A57A088A-F235-49F6-AF33-CEEA08BCE822}" dt="2025-04-12T15:24:47.876" v="339" actId="47"/>
        <pc:sldMkLst>
          <pc:docMk/>
          <pc:sldMk cId="0" sldId="264"/>
        </pc:sldMkLst>
      </pc:sldChg>
      <pc:sldChg chg="del">
        <pc:chgData name="Ignacio Hoyos Diego" userId="12878ccb-43a9-46db-89db-1429693cb130" providerId="ADAL" clId="{A57A088A-F235-49F6-AF33-CEEA08BCE822}" dt="2025-04-12T15:24:48.673" v="340" actId="47"/>
        <pc:sldMkLst>
          <pc:docMk/>
          <pc:sldMk cId="0" sldId="265"/>
        </pc:sldMkLst>
      </pc:sldChg>
      <pc:sldChg chg="del">
        <pc:chgData name="Ignacio Hoyos Diego" userId="12878ccb-43a9-46db-89db-1429693cb130" providerId="ADAL" clId="{A57A088A-F235-49F6-AF33-CEEA08BCE822}" dt="2025-04-12T15:24:49.235" v="341" actId="47"/>
        <pc:sldMkLst>
          <pc:docMk/>
          <pc:sldMk cId="0" sldId="266"/>
        </pc:sldMkLst>
      </pc:sldChg>
      <pc:sldChg chg="del">
        <pc:chgData name="Ignacio Hoyos Diego" userId="12878ccb-43a9-46db-89db-1429693cb130" providerId="ADAL" clId="{A57A088A-F235-49F6-AF33-CEEA08BCE822}" dt="2025-04-12T15:24:49.704" v="342" actId="47"/>
        <pc:sldMkLst>
          <pc:docMk/>
          <pc:sldMk cId="0" sldId="267"/>
        </pc:sldMkLst>
      </pc:sldChg>
      <pc:sldChg chg="del">
        <pc:chgData name="Ignacio Hoyos Diego" userId="12878ccb-43a9-46db-89db-1429693cb130" providerId="ADAL" clId="{A57A088A-F235-49F6-AF33-CEEA08BCE822}" dt="2025-04-12T15:24:50.315" v="343" actId="47"/>
        <pc:sldMkLst>
          <pc:docMk/>
          <pc:sldMk cId="0" sldId="268"/>
        </pc:sldMkLst>
      </pc:sldChg>
      <pc:sldChg chg="del">
        <pc:chgData name="Ignacio Hoyos Diego" userId="12878ccb-43a9-46db-89db-1429693cb130" providerId="ADAL" clId="{A57A088A-F235-49F6-AF33-CEEA08BCE822}" dt="2025-04-12T15:24:51.284" v="345" actId="47"/>
        <pc:sldMkLst>
          <pc:docMk/>
          <pc:sldMk cId="0" sldId="269"/>
        </pc:sldMkLst>
      </pc:sldChg>
      <pc:sldChg chg="del">
        <pc:chgData name="Ignacio Hoyos Diego" userId="12878ccb-43a9-46db-89db-1429693cb130" providerId="ADAL" clId="{A57A088A-F235-49F6-AF33-CEEA08BCE822}" dt="2025-04-12T15:24:52.003" v="346" actId="47"/>
        <pc:sldMkLst>
          <pc:docMk/>
          <pc:sldMk cId="0" sldId="270"/>
        </pc:sldMkLst>
      </pc:sldChg>
      <pc:sldChg chg="del">
        <pc:chgData name="Ignacio Hoyos Diego" userId="12878ccb-43a9-46db-89db-1429693cb130" providerId="ADAL" clId="{A57A088A-F235-49F6-AF33-CEEA08BCE822}" dt="2025-04-12T15:24:52.471" v="347" actId="47"/>
        <pc:sldMkLst>
          <pc:docMk/>
          <pc:sldMk cId="0" sldId="271"/>
        </pc:sldMkLst>
      </pc:sldChg>
      <pc:sldChg chg="del">
        <pc:chgData name="Ignacio Hoyos Diego" userId="12878ccb-43a9-46db-89db-1429693cb130" providerId="ADAL" clId="{A57A088A-F235-49F6-AF33-CEEA08BCE822}" dt="2025-04-12T15:24:52.940" v="348" actId="47"/>
        <pc:sldMkLst>
          <pc:docMk/>
          <pc:sldMk cId="0" sldId="272"/>
        </pc:sldMkLst>
      </pc:sldChg>
      <pc:sldChg chg="del">
        <pc:chgData name="Ignacio Hoyos Diego" userId="12878ccb-43a9-46db-89db-1429693cb130" providerId="ADAL" clId="{A57A088A-F235-49F6-AF33-CEEA08BCE822}" dt="2025-04-12T15:24:53.409" v="349" actId="47"/>
        <pc:sldMkLst>
          <pc:docMk/>
          <pc:sldMk cId="0" sldId="273"/>
        </pc:sldMkLst>
      </pc:sldChg>
      <pc:sldChg chg="del">
        <pc:chgData name="Ignacio Hoyos Diego" userId="12878ccb-43a9-46db-89db-1429693cb130" providerId="ADAL" clId="{A57A088A-F235-49F6-AF33-CEEA08BCE822}" dt="2025-04-12T15:24:53.862" v="350" actId="47"/>
        <pc:sldMkLst>
          <pc:docMk/>
          <pc:sldMk cId="0" sldId="274"/>
        </pc:sldMkLst>
      </pc:sldChg>
      <pc:sldChg chg="del">
        <pc:chgData name="Ignacio Hoyos Diego" userId="12878ccb-43a9-46db-89db-1429693cb130" providerId="ADAL" clId="{A57A088A-F235-49F6-AF33-CEEA08BCE822}" dt="2025-04-12T15:24:54.299" v="351" actId="47"/>
        <pc:sldMkLst>
          <pc:docMk/>
          <pc:sldMk cId="0" sldId="275"/>
        </pc:sldMkLst>
      </pc:sldChg>
      <pc:sldChg chg="del">
        <pc:chgData name="Ignacio Hoyos Diego" userId="12878ccb-43a9-46db-89db-1429693cb130" providerId="ADAL" clId="{A57A088A-F235-49F6-AF33-CEEA08BCE822}" dt="2025-04-12T15:24:54.752" v="352" actId="47"/>
        <pc:sldMkLst>
          <pc:docMk/>
          <pc:sldMk cId="0" sldId="276"/>
        </pc:sldMkLst>
      </pc:sldChg>
      <pc:sldChg chg="del">
        <pc:chgData name="Ignacio Hoyos Diego" userId="12878ccb-43a9-46db-89db-1429693cb130" providerId="ADAL" clId="{A57A088A-F235-49F6-AF33-CEEA08BCE822}" dt="2025-04-12T15:24:55.112" v="353" actId="47"/>
        <pc:sldMkLst>
          <pc:docMk/>
          <pc:sldMk cId="0" sldId="277"/>
        </pc:sldMkLst>
      </pc:sldChg>
      <pc:sldChg chg="del">
        <pc:chgData name="Ignacio Hoyos Diego" userId="12878ccb-43a9-46db-89db-1429693cb130" providerId="ADAL" clId="{A57A088A-F235-49F6-AF33-CEEA08BCE822}" dt="2025-04-12T15:24:55.616" v="354" actId="47"/>
        <pc:sldMkLst>
          <pc:docMk/>
          <pc:sldMk cId="0" sldId="278"/>
        </pc:sldMkLst>
      </pc:sldChg>
      <pc:sldChg chg="addSp delSp modSp">
        <pc:chgData name="Ignacio Hoyos Diego" userId="12878ccb-43a9-46db-89db-1429693cb130" providerId="ADAL" clId="{A57A088A-F235-49F6-AF33-CEEA08BCE822}" dt="2025-04-12T14:36:36.148" v="150" actId="14100"/>
        <pc:sldMkLst>
          <pc:docMk/>
          <pc:sldMk cId="3461872844" sldId="290"/>
        </pc:sldMkLst>
        <pc:picChg chg="add del mod">
          <ac:chgData name="Ignacio Hoyos Diego" userId="12878ccb-43a9-46db-89db-1429693cb130" providerId="ADAL" clId="{A57A088A-F235-49F6-AF33-CEEA08BCE822}" dt="2025-04-12T14:36:14.241" v="136" actId="478"/>
          <ac:picMkLst>
            <pc:docMk/>
            <pc:sldMk cId="3461872844" sldId="290"/>
            <ac:picMk id="3074" creationId="{A8554AD1-122F-8A6A-60EA-1F35640C83BD}"/>
          </ac:picMkLst>
        </pc:picChg>
        <pc:picChg chg="add del mod">
          <ac:chgData name="Ignacio Hoyos Diego" userId="12878ccb-43a9-46db-89db-1429693cb130" providerId="ADAL" clId="{A57A088A-F235-49F6-AF33-CEEA08BCE822}" dt="2025-04-12T14:35:49.376" v="132" actId="478"/>
          <ac:picMkLst>
            <pc:docMk/>
            <pc:sldMk cId="3461872844" sldId="290"/>
            <ac:picMk id="3076" creationId="{AC3CAED3-A290-9DAF-1CFB-6FD3EA4B9857}"/>
          </ac:picMkLst>
        </pc:picChg>
        <pc:picChg chg="add mod">
          <ac:chgData name="Ignacio Hoyos Diego" userId="12878ccb-43a9-46db-89db-1429693cb130" providerId="ADAL" clId="{A57A088A-F235-49F6-AF33-CEEA08BCE822}" dt="2025-04-12T14:36:36.148" v="150" actId="14100"/>
          <ac:picMkLst>
            <pc:docMk/>
            <pc:sldMk cId="3461872844" sldId="290"/>
            <ac:picMk id="3078" creationId="{F87E3498-D92A-5E88-0959-1E503FC5EA68}"/>
          </ac:picMkLst>
        </pc:picChg>
        <pc:picChg chg="add mod">
          <ac:chgData name="Ignacio Hoyos Diego" userId="12878ccb-43a9-46db-89db-1429693cb130" providerId="ADAL" clId="{A57A088A-F235-49F6-AF33-CEEA08BCE822}" dt="2025-04-12T14:36:29.998" v="147" actId="1076"/>
          <ac:picMkLst>
            <pc:docMk/>
            <pc:sldMk cId="3461872844" sldId="290"/>
            <ac:picMk id="3080" creationId="{F79CBFBC-5321-EC5D-4AE7-71559DA875F3}"/>
          </ac:picMkLst>
        </pc:picChg>
      </pc:sldChg>
      <pc:sldChg chg="addSp modSp">
        <pc:chgData name="Ignacio Hoyos Diego" userId="12878ccb-43a9-46db-89db-1429693cb130" providerId="ADAL" clId="{A57A088A-F235-49F6-AF33-CEEA08BCE822}" dt="2025-04-12T14:33:19.097" v="125" actId="1076"/>
        <pc:sldMkLst>
          <pc:docMk/>
          <pc:sldMk cId="1117769237" sldId="302"/>
        </pc:sldMkLst>
        <pc:picChg chg="add mod">
          <ac:chgData name="Ignacio Hoyos Diego" userId="12878ccb-43a9-46db-89db-1429693cb130" providerId="ADAL" clId="{A57A088A-F235-49F6-AF33-CEEA08BCE822}" dt="2025-04-12T14:33:19.097" v="125" actId="1076"/>
          <ac:picMkLst>
            <pc:docMk/>
            <pc:sldMk cId="1117769237" sldId="302"/>
            <ac:picMk id="2050" creationId="{3C3909CB-B4E8-AD5C-46D8-A2E64CB0F73B}"/>
          </ac:picMkLst>
        </pc:picChg>
      </pc:sldChg>
      <pc:sldChg chg="modSp mod">
        <pc:chgData name="Ignacio Hoyos Diego" userId="12878ccb-43a9-46db-89db-1429693cb130" providerId="ADAL" clId="{A57A088A-F235-49F6-AF33-CEEA08BCE822}" dt="2025-04-12T15:44:16.585" v="361" actId="20577"/>
        <pc:sldMkLst>
          <pc:docMk/>
          <pc:sldMk cId="1058413435" sldId="304"/>
        </pc:sldMkLst>
        <pc:spChg chg="mod">
          <ac:chgData name="Ignacio Hoyos Diego" userId="12878ccb-43a9-46db-89db-1429693cb130" providerId="ADAL" clId="{A57A088A-F235-49F6-AF33-CEEA08BCE822}" dt="2025-04-12T15:44:16.585" v="361" actId="20577"/>
          <ac:spMkLst>
            <pc:docMk/>
            <pc:sldMk cId="1058413435" sldId="304"/>
            <ac:spMk id="124" creationId="{A4E2EBF1-4C3F-8BCB-1953-6148AF584E48}"/>
          </ac:spMkLst>
        </pc:spChg>
        <pc:spChg chg="mod">
          <ac:chgData name="Ignacio Hoyos Diego" userId="12878ccb-43a9-46db-89db-1429693cb130" providerId="ADAL" clId="{A57A088A-F235-49F6-AF33-CEEA08BCE822}" dt="2025-04-12T15:39:49.804" v="359" actId="20577"/>
          <ac:spMkLst>
            <pc:docMk/>
            <pc:sldMk cId="1058413435" sldId="304"/>
            <ac:spMk id="126" creationId="{CF8A0F6B-8E28-4E69-5DED-8E5AD095F9E5}"/>
          </ac:spMkLst>
        </pc:spChg>
      </pc:sldChg>
      <pc:sldChg chg="addSp delSp modSp mod ord">
        <pc:chgData name="Ignacio Hoyos Diego" userId="12878ccb-43a9-46db-89db-1429693cb130" providerId="ADAL" clId="{A57A088A-F235-49F6-AF33-CEEA08BCE822}" dt="2025-04-12T14:59:09.666" v="280" actId="1076"/>
        <pc:sldMkLst>
          <pc:docMk/>
          <pc:sldMk cId="86852726" sldId="305"/>
        </pc:sldMkLst>
        <pc:spChg chg="del mod">
          <ac:chgData name="Ignacio Hoyos Diego" userId="12878ccb-43a9-46db-89db-1429693cb130" providerId="ADAL" clId="{A57A088A-F235-49F6-AF33-CEEA08BCE822}" dt="2025-04-12T14:58:56.696" v="277" actId="478"/>
          <ac:spMkLst>
            <pc:docMk/>
            <pc:sldMk cId="86852726" sldId="305"/>
            <ac:spMk id="2" creationId="{1D80C5A9-015F-8CE9-AEAE-E3F10ECC0005}"/>
          </ac:spMkLst>
        </pc:spChg>
        <pc:spChg chg="add del mod">
          <ac:chgData name="Ignacio Hoyos Diego" userId="12878ccb-43a9-46db-89db-1429693cb130" providerId="ADAL" clId="{A57A088A-F235-49F6-AF33-CEEA08BCE822}" dt="2025-04-12T14:58:58.149" v="278" actId="478"/>
          <ac:spMkLst>
            <pc:docMk/>
            <pc:sldMk cId="86852726" sldId="305"/>
            <ac:spMk id="11" creationId="{EEC07850-CB3F-B2FC-05E4-D873E4383894}"/>
          </ac:spMkLst>
        </pc:spChg>
        <pc:picChg chg="add del">
          <ac:chgData name="Ignacio Hoyos Diego" userId="12878ccb-43a9-46db-89db-1429693cb130" providerId="ADAL" clId="{A57A088A-F235-49F6-AF33-CEEA08BCE822}" dt="2025-04-12T14:40:32.510" v="152" actId="478"/>
          <ac:picMkLst>
            <pc:docMk/>
            <pc:sldMk cId="86852726" sldId="305"/>
            <ac:picMk id="4" creationId="{43B575A2-67C8-58A8-589E-B7E6BC694A47}"/>
          </ac:picMkLst>
        </pc:picChg>
        <pc:picChg chg="add mod">
          <ac:chgData name="Ignacio Hoyos Diego" userId="12878ccb-43a9-46db-89db-1429693cb130" providerId="ADAL" clId="{A57A088A-F235-49F6-AF33-CEEA08BCE822}" dt="2025-04-12T14:59:09.666" v="280" actId="1076"/>
          <ac:picMkLst>
            <pc:docMk/>
            <pc:sldMk cId="86852726" sldId="305"/>
            <ac:picMk id="6" creationId="{78002885-7FB8-50D7-7505-D889DA747192}"/>
          </ac:picMkLst>
        </pc:picChg>
        <pc:picChg chg="add del mod">
          <ac:chgData name="Ignacio Hoyos Diego" userId="12878ccb-43a9-46db-89db-1429693cb130" providerId="ADAL" clId="{A57A088A-F235-49F6-AF33-CEEA08BCE822}" dt="2025-04-12T14:47:01.777" v="179" actId="21"/>
          <ac:picMkLst>
            <pc:docMk/>
            <pc:sldMk cId="86852726" sldId="305"/>
            <ac:picMk id="8" creationId="{C32568F7-918A-CB8D-B78F-76B5B907C477}"/>
          </ac:picMkLst>
        </pc:picChg>
        <pc:picChg chg="add del mod">
          <ac:chgData name="Ignacio Hoyos Diego" userId="12878ccb-43a9-46db-89db-1429693cb130" providerId="ADAL" clId="{A57A088A-F235-49F6-AF33-CEEA08BCE822}" dt="2025-04-12T14:47:47.788" v="189" actId="21"/>
          <ac:picMkLst>
            <pc:docMk/>
            <pc:sldMk cId="86852726" sldId="305"/>
            <ac:picMk id="9" creationId="{C32568F7-918A-CB8D-B78F-76B5B907C477}"/>
          </ac:picMkLst>
        </pc:picChg>
      </pc:sldChg>
      <pc:sldChg chg="del">
        <pc:chgData name="Ignacio Hoyos Diego" userId="12878ccb-43a9-46db-89db-1429693cb130" providerId="ADAL" clId="{A57A088A-F235-49F6-AF33-CEEA08BCE822}" dt="2025-04-12T14:40:46.266" v="156" actId="47"/>
        <pc:sldMkLst>
          <pc:docMk/>
          <pc:sldMk cId="3257512704" sldId="306"/>
        </pc:sldMkLst>
      </pc:sldChg>
      <pc:sldChg chg="del">
        <pc:chgData name="Ignacio Hoyos Diego" userId="12878ccb-43a9-46db-89db-1429693cb130" providerId="ADAL" clId="{A57A088A-F235-49F6-AF33-CEEA08BCE822}" dt="2025-04-12T15:24:50.768" v="344" actId="47"/>
        <pc:sldMkLst>
          <pc:docMk/>
          <pc:sldMk cId="2622837536" sldId="309"/>
        </pc:sldMkLst>
      </pc:sldChg>
      <pc:sldChg chg="addSp delSp modSp mod ord">
        <pc:chgData name="Ignacio Hoyos Diego" userId="12878ccb-43a9-46db-89db-1429693cb130" providerId="ADAL" clId="{A57A088A-F235-49F6-AF33-CEEA08BCE822}" dt="2025-04-12T15:24:08.104" v="331"/>
        <pc:sldMkLst>
          <pc:docMk/>
          <pc:sldMk cId="3031637097" sldId="311"/>
        </pc:sldMkLst>
        <pc:spChg chg="del">
          <ac:chgData name="Ignacio Hoyos Diego" userId="12878ccb-43a9-46db-89db-1429693cb130" providerId="ADAL" clId="{A57A088A-F235-49F6-AF33-CEEA08BCE822}" dt="2025-04-12T15:10:39.351" v="309" actId="478"/>
          <ac:spMkLst>
            <pc:docMk/>
            <pc:sldMk cId="3031637097" sldId="311"/>
            <ac:spMk id="2" creationId="{5E53CF54-C91C-82E1-F8CE-31DA45B16EF5}"/>
          </ac:spMkLst>
        </pc:spChg>
        <pc:spChg chg="add del mod">
          <ac:chgData name="Ignacio Hoyos Diego" userId="12878ccb-43a9-46db-89db-1429693cb130" providerId="ADAL" clId="{A57A088A-F235-49F6-AF33-CEEA08BCE822}" dt="2025-04-12T15:10:40.992" v="310" actId="478"/>
          <ac:spMkLst>
            <pc:docMk/>
            <pc:sldMk cId="3031637097" sldId="311"/>
            <ac:spMk id="6" creationId="{A8A3FAE9-C20F-3940-395F-4A8228F06BF0}"/>
          </ac:spMkLst>
        </pc:spChg>
        <pc:graphicFrameChg chg="add mod">
          <ac:chgData name="Ignacio Hoyos Diego" userId="12878ccb-43a9-46db-89db-1429693cb130" providerId="ADAL" clId="{A57A088A-F235-49F6-AF33-CEEA08BCE822}" dt="2025-04-12T15:10:44.133" v="311" actId="1076"/>
          <ac:graphicFrameMkLst>
            <pc:docMk/>
            <pc:sldMk cId="3031637097" sldId="311"/>
            <ac:graphicFrameMk id="4" creationId="{16F3F461-28A4-AEF6-4237-014D1041D93D}"/>
          </ac:graphicFrameMkLst>
        </pc:graphicFrameChg>
        <pc:picChg chg="del mod">
          <ac:chgData name="Ignacio Hoyos Diego" userId="12878ccb-43a9-46db-89db-1429693cb130" providerId="ADAL" clId="{A57A088A-F235-49F6-AF33-CEEA08BCE822}" dt="2025-04-12T15:10:33.161" v="305" actId="478"/>
          <ac:picMkLst>
            <pc:docMk/>
            <pc:sldMk cId="3031637097" sldId="311"/>
            <ac:picMk id="3" creationId="{88B133F2-6656-6B94-C517-B9EA6A406A37}"/>
          </ac:picMkLst>
        </pc:picChg>
      </pc:sldChg>
      <pc:sldChg chg="addSp delSp modSp mod">
        <pc:chgData name="Ignacio Hoyos Diego" userId="12878ccb-43a9-46db-89db-1429693cb130" providerId="ADAL" clId="{A57A088A-F235-49F6-AF33-CEEA08BCE822}" dt="2025-04-12T14:29:30.948" v="119" actId="1076"/>
        <pc:sldMkLst>
          <pc:docMk/>
          <pc:sldMk cId="2240452842" sldId="312"/>
        </pc:sldMkLst>
        <pc:spChg chg="add mod">
          <ac:chgData name="Ignacio Hoyos Diego" userId="12878ccb-43a9-46db-89db-1429693cb130" providerId="ADAL" clId="{A57A088A-F235-49F6-AF33-CEEA08BCE822}" dt="2025-04-12T14:29:30.948" v="119" actId="1076"/>
          <ac:spMkLst>
            <pc:docMk/>
            <pc:sldMk cId="2240452842" sldId="312"/>
            <ac:spMk id="5" creationId="{ECA72CD2-E55B-A194-BFF7-AA680794C54D}"/>
          </ac:spMkLst>
        </pc:spChg>
        <pc:graphicFrameChg chg="mod modGraphic">
          <ac:chgData name="Ignacio Hoyos Diego" userId="12878ccb-43a9-46db-89db-1429693cb130" providerId="ADAL" clId="{A57A088A-F235-49F6-AF33-CEEA08BCE822}" dt="2025-04-12T14:27:13.900" v="90" actId="403"/>
          <ac:graphicFrameMkLst>
            <pc:docMk/>
            <pc:sldMk cId="2240452842" sldId="312"/>
            <ac:graphicFrameMk id="3" creationId="{79B436CA-E31E-0CF6-B1BC-2DF96ADA991B}"/>
          </ac:graphicFrameMkLst>
        </pc:graphicFrameChg>
        <pc:picChg chg="del">
          <ac:chgData name="Ignacio Hoyos Diego" userId="12878ccb-43a9-46db-89db-1429693cb130" providerId="ADAL" clId="{A57A088A-F235-49F6-AF33-CEEA08BCE822}" dt="2025-04-12T14:23:37.750" v="6" actId="478"/>
          <ac:picMkLst>
            <pc:docMk/>
            <pc:sldMk cId="2240452842" sldId="312"/>
            <ac:picMk id="2" creationId="{C1708B77-26F6-FD44-2D4A-7CFBE3D41492}"/>
          </ac:picMkLst>
        </pc:picChg>
        <pc:picChg chg="add mod">
          <ac:chgData name="Ignacio Hoyos Diego" userId="12878ccb-43a9-46db-89db-1429693cb130" providerId="ADAL" clId="{A57A088A-F235-49F6-AF33-CEEA08BCE822}" dt="2025-04-12T14:27:02.689" v="86" actId="1076"/>
          <ac:picMkLst>
            <pc:docMk/>
            <pc:sldMk cId="2240452842" sldId="312"/>
            <ac:picMk id="4" creationId="{0AA0E4CE-2221-AACA-3F9E-D19CEE499A57}"/>
          </ac:picMkLst>
        </pc:picChg>
        <pc:picChg chg="add mod">
          <ac:chgData name="Ignacio Hoyos Diego" userId="12878ccb-43a9-46db-89db-1429693cb130" providerId="ADAL" clId="{A57A088A-F235-49F6-AF33-CEEA08BCE822}" dt="2025-04-12T14:27:46.611" v="94" actId="1076"/>
          <ac:picMkLst>
            <pc:docMk/>
            <pc:sldMk cId="2240452842" sldId="312"/>
            <ac:picMk id="1026" creationId="{24E92F74-E459-43B7-DB0D-607803A2FA8A}"/>
          </ac:picMkLst>
        </pc:picChg>
      </pc:sldChg>
      <pc:sldChg chg="addSp delSp modSp new mod">
        <pc:chgData name="Ignacio Hoyos Diego" userId="12878ccb-43a9-46db-89db-1429693cb130" providerId="ADAL" clId="{A57A088A-F235-49F6-AF33-CEEA08BCE822}" dt="2025-04-12T14:32:19.637" v="122" actId="478"/>
        <pc:sldMkLst>
          <pc:docMk/>
          <pc:sldMk cId="57154152" sldId="313"/>
        </pc:sldMkLst>
        <pc:spChg chg="del">
          <ac:chgData name="Ignacio Hoyos Diego" userId="12878ccb-43a9-46db-89db-1429693cb130" providerId="ADAL" clId="{A57A088A-F235-49F6-AF33-CEEA08BCE822}" dt="2025-04-12T14:32:19.637" v="122" actId="478"/>
          <ac:spMkLst>
            <pc:docMk/>
            <pc:sldMk cId="57154152" sldId="313"/>
            <ac:spMk id="2" creationId="{F8730EA9-3CFD-64BC-A081-616A4F76CC1C}"/>
          </ac:spMkLst>
        </pc:spChg>
        <pc:picChg chg="add mod">
          <ac:chgData name="Ignacio Hoyos Diego" userId="12878ccb-43a9-46db-89db-1429693cb130" providerId="ADAL" clId="{A57A088A-F235-49F6-AF33-CEEA08BCE822}" dt="2025-04-12T14:32:17.298" v="121"/>
          <ac:picMkLst>
            <pc:docMk/>
            <pc:sldMk cId="57154152" sldId="313"/>
            <ac:picMk id="3" creationId="{D34BC227-B429-9E64-6A68-F9227FF5340A}"/>
          </ac:picMkLst>
        </pc:picChg>
      </pc:sldChg>
      <pc:sldChg chg="addSp delSp modSp add mod">
        <pc:chgData name="Ignacio Hoyos Diego" userId="12878ccb-43a9-46db-89db-1429693cb130" providerId="ADAL" clId="{A57A088A-F235-49F6-AF33-CEEA08BCE822}" dt="2025-04-12T15:24:00.369" v="329" actId="26606"/>
        <pc:sldMkLst>
          <pc:docMk/>
          <pc:sldMk cId="3850304279" sldId="314"/>
        </pc:sldMkLst>
        <pc:spChg chg="mod">
          <ac:chgData name="Ignacio Hoyos Diego" userId="12878ccb-43a9-46db-89db-1429693cb130" providerId="ADAL" clId="{A57A088A-F235-49F6-AF33-CEEA08BCE822}" dt="2025-04-12T15:24:00.369" v="329" actId="26606"/>
          <ac:spMkLst>
            <pc:docMk/>
            <pc:sldMk cId="3850304279" sldId="314"/>
            <ac:spMk id="2" creationId="{277F2DA4-24F2-D814-F600-FCF1ED342BAA}"/>
          </ac:spMkLst>
        </pc:spChg>
        <pc:picChg chg="add del mod">
          <ac:chgData name="Ignacio Hoyos Diego" userId="12878ccb-43a9-46db-89db-1429693cb130" providerId="ADAL" clId="{A57A088A-F235-49F6-AF33-CEEA08BCE822}" dt="2025-04-12T15:23:56.993" v="327" actId="478"/>
          <ac:picMkLst>
            <pc:docMk/>
            <pc:sldMk cId="3850304279" sldId="314"/>
            <ac:picMk id="10242" creationId="{80AB7314-ABDD-8732-7123-C6882A47B7CD}"/>
          </ac:picMkLst>
        </pc:picChg>
        <pc:picChg chg="add mod">
          <ac:chgData name="Ignacio Hoyos Diego" userId="12878ccb-43a9-46db-89db-1429693cb130" providerId="ADAL" clId="{A57A088A-F235-49F6-AF33-CEEA08BCE822}" dt="2025-04-12T15:24:00.369" v="329" actId="26606"/>
          <ac:picMkLst>
            <pc:docMk/>
            <pc:sldMk cId="3850304279" sldId="314"/>
            <ac:picMk id="10244" creationId="{B182A434-A60E-BE5F-B017-53F624EFE8C5}"/>
          </ac:picMkLst>
        </pc:picChg>
        <pc:picChg chg="add mod">
          <ac:chgData name="Ignacio Hoyos Diego" userId="12878ccb-43a9-46db-89db-1429693cb130" providerId="ADAL" clId="{A57A088A-F235-49F6-AF33-CEEA08BCE822}" dt="2025-04-12T15:24:00.369" v="329" actId="26606"/>
          <ac:picMkLst>
            <pc:docMk/>
            <pc:sldMk cId="3850304279" sldId="314"/>
            <ac:picMk id="10246" creationId="{68F4DACD-AF9E-B582-77F1-E0929EDB80F8}"/>
          </ac:picMkLst>
        </pc:picChg>
      </pc:sldChg>
      <pc:sldChg chg="addSp delSp modSp add mod ord">
        <pc:chgData name="Ignacio Hoyos Diego" userId="12878ccb-43a9-46db-89db-1429693cb130" providerId="ADAL" clId="{A57A088A-F235-49F6-AF33-CEEA08BCE822}" dt="2025-04-12T14:59:21.193" v="285" actId="14100"/>
        <pc:sldMkLst>
          <pc:docMk/>
          <pc:sldMk cId="3047707820" sldId="315"/>
        </pc:sldMkLst>
        <pc:spChg chg="del">
          <ac:chgData name="Ignacio Hoyos Diego" userId="12878ccb-43a9-46db-89db-1429693cb130" providerId="ADAL" clId="{A57A088A-F235-49F6-AF33-CEEA08BCE822}" dt="2025-04-12T14:59:12.369" v="281" actId="478"/>
          <ac:spMkLst>
            <pc:docMk/>
            <pc:sldMk cId="3047707820" sldId="315"/>
            <ac:spMk id="2" creationId="{20194A94-C30A-67A3-811E-5D227B25B461}"/>
          </ac:spMkLst>
        </pc:spChg>
        <pc:spChg chg="add del mod">
          <ac:chgData name="Ignacio Hoyos Diego" userId="12878ccb-43a9-46db-89db-1429693cb130" providerId="ADAL" clId="{A57A088A-F235-49F6-AF33-CEEA08BCE822}" dt="2025-04-12T14:59:14.480" v="282" actId="478"/>
          <ac:spMkLst>
            <pc:docMk/>
            <pc:sldMk cId="3047707820" sldId="315"/>
            <ac:spMk id="7" creationId="{BB3898D2-D15E-9F09-85E0-B181D618CDE5}"/>
          </ac:spMkLst>
        </pc:spChg>
        <pc:picChg chg="add del mod">
          <ac:chgData name="Ignacio Hoyos Diego" userId="12878ccb-43a9-46db-89db-1429693cb130" providerId="ADAL" clId="{A57A088A-F235-49F6-AF33-CEEA08BCE822}" dt="2025-04-12T14:47:31.340" v="185" actId="21"/>
          <ac:picMkLst>
            <pc:docMk/>
            <pc:sldMk cId="3047707820" sldId="315"/>
            <ac:picMk id="4" creationId="{4326E546-CDBE-5410-0D0F-DC8920970C18}"/>
          </ac:picMkLst>
        </pc:picChg>
        <pc:picChg chg="del">
          <ac:chgData name="Ignacio Hoyos Diego" userId="12878ccb-43a9-46db-89db-1429693cb130" providerId="ADAL" clId="{A57A088A-F235-49F6-AF33-CEEA08BCE822}" dt="2025-04-12T14:42:49.527" v="165" actId="478"/>
          <ac:picMkLst>
            <pc:docMk/>
            <pc:sldMk cId="3047707820" sldId="315"/>
            <ac:picMk id="6" creationId="{2030D788-A3B4-7A06-F3D6-6BD5266D79B2}"/>
          </ac:picMkLst>
        </pc:picChg>
        <pc:picChg chg="del">
          <ac:chgData name="Ignacio Hoyos Diego" userId="12878ccb-43a9-46db-89db-1429693cb130" providerId="ADAL" clId="{A57A088A-F235-49F6-AF33-CEEA08BCE822}" dt="2025-04-12T14:42:49.168" v="164" actId="478"/>
          <ac:picMkLst>
            <pc:docMk/>
            <pc:sldMk cId="3047707820" sldId="315"/>
            <ac:picMk id="8" creationId="{095F6EC7-5B22-50B4-BD72-CF6724F100D3}"/>
          </ac:picMkLst>
        </pc:picChg>
        <pc:picChg chg="add mod">
          <ac:chgData name="Ignacio Hoyos Diego" userId="12878ccb-43a9-46db-89db-1429693cb130" providerId="ADAL" clId="{A57A088A-F235-49F6-AF33-CEEA08BCE822}" dt="2025-04-12T14:59:21.193" v="285" actId="14100"/>
          <ac:picMkLst>
            <pc:docMk/>
            <pc:sldMk cId="3047707820" sldId="315"/>
            <ac:picMk id="4098" creationId="{1BFB4424-941D-1D62-88A0-AE26B13D17CA}"/>
          </ac:picMkLst>
        </pc:picChg>
      </pc:sldChg>
      <pc:sldChg chg="addSp delSp modSp add mod">
        <pc:chgData name="Ignacio Hoyos Diego" userId="12878ccb-43a9-46db-89db-1429693cb130" providerId="ADAL" clId="{A57A088A-F235-49F6-AF33-CEEA08BCE822}" dt="2025-04-12T14:59:37.841" v="292" actId="1076"/>
        <pc:sldMkLst>
          <pc:docMk/>
          <pc:sldMk cId="1039197443" sldId="316"/>
        </pc:sldMkLst>
        <pc:spChg chg="del">
          <ac:chgData name="Ignacio Hoyos Diego" userId="12878ccb-43a9-46db-89db-1429693cb130" providerId="ADAL" clId="{A57A088A-F235-49F6-AF33-CEEA08BCE822}" dt="2025-04-12T14:59:25.438" v="286" actId="478"/>
          <ac:spMkLst>
            <pc:docMk/>
            <pc:sldMk cId="1039197443" sldId="316"/>
            <ac:spMk id="2" creationId="{2EC3342E-E0C0-1C25-8856-6AF707E0B851}"/>
          </ac:spMkLst>
        </pc:spChg>
        <pc:spChg chg="add del mod">
          <ac:chgData name="Ignacio Hoyos Diego" userId="12878ccb-43a9-46db-89db-1429693cb130" providerId="ADAL" clId="{A57A088A-F235-49F6-AF33-CEEA08BCE822}" dt="2025-04-12T14:59:26.954" v="287" actId="478"/>
          <ac:spMkLst>
            <pc:docMk/>
            <pc:sldMk cId="1039197443" sldId="316"/>
            <ac:spMk id="7" creationId="{8313055D-DAE5-F931-DA89-267288041DE2}"/>
          </ac:spMkLst>
        </pc:spChg>
        <pc:picChg chg="add del mod ord">
          <ac:chgData name="Ignacio Hoyos Diego" userId="12878ccb-43a9-46db-89db-1429693cb130" providerId="ADAL" clId="{A57A088A-F235-49F6-AF33-CEEA08BCE822}" dt="2025-04-12T14:49:10.813" v="204" actId="478"/>
          <ac:picMkLst>
            <pc:docMk/>
            <pc:sldMk cId="1039197443" sldId="316"/>
            <ac:picMk id="3" creationId="{4326E546-CDBE-5410-0D0F-DC8920970C18}"/>
          </ac:picMkLst>
        </pc:picChg>
        <pc:picChg chg="del">
          <ac:chgData name="Ignacio Hoyos Diego" userId="12878ccb-43a9-46db-89db-1429693cb130" providerId="ADAL" clId="{A57A088A-F235-49F6-AF33-CEEA08BCE822}" dt="2025-04-12T14:47:07.986" v="182" actId="478"/>
          <ac:picMkLst>
            <pc:docMk/>
            <pc:sldMk cId="1039197443" sldId="316"/>
            <ac:picMk id="4" creationId="{C2856AAF-67E8-0150-ED11-B0EE4B5140AF}"/>
          </ac:picMkLst>
        </pc:picChg>
        <pc:picChg chg="add mod">
          <ac:chgData name="Ignacio Hoyos Diego" userId="12878ccb-43a9-46db-89db-1429693cb130" providerId="ADAL" clId="{A57A088A-F235-49F6-AF33-CEEA08BCE822}" dt="2025-04-12T14:59:34.040" v="290" actId="14100"/>
          <ac:picMkLst>
            <pc:docMk/>
            <pc:sldMk cId="1039197443" sldId="316"/>
            <ac:picMk id="5" creationId="{AEE65527-9C54-1380-79A1-8AA92E009648}"/>
          </ac:picMkLst>
        </pc:picChg>
        <pc:picChg chg="add mod ord modCrop">
          <ac:chgData name="Ignacio Hoyos Diego" userId="12878ccb-43a9-46db-89db-1429693cb130" providerId="ADAL" clId="{A57A088A-F235-49F6-AF33-CEEA08BCE822}" dt="2025-04-12T14:59:37.841" v="292" actId="1076"/>
          <ac:picMkLst>
            <pc:docMk/>
            <pc:sldMk cId="1039197443" sldId="316"/>
            <ac:picMk id="9" creationId="{C32568F7-918A-CB8D-B78F-76B5B907C477}"/>
          </ac:picMkLst>
        </pc:picChg>
        <pc:picChg chg="del">
          <ac:chgData name="Ignacio Hoyos Diego" userId="12878ccb-43a9-46db-89db-1429693cb130" providerId="ADAL" clId="{A57A088A-F235-49F6-AF33-CEEA08BCE822}" dt="2025-04-12T14:47:08.408" v="183" actId="478"/>
          <ac:picMkLst>
            <pc:docMk/>
            <pc:sldMk cId="1039197443" sldId="316"/>
            <ac:picMk id="4098" creationId="{0B5ED004-ED47-45CE-773C-CAB7F05387DA}"/>
          </ac:picMkLst>
        </pc:picChg>
      </pc:sldChg>
      <pc:sldChg chg="addSp delSp modSp add del mod">
        <pc:chgData name="Ignacio Hoyos Diego" userId="12878ccb-43a9-46db-89db-1429693cb130" providerId="ADAL" clId="{A57A088A-F235-49F6-AF33-CEEA08BCE822}" dt="2025-04-12T14:59:51.235" v="295" actId="47"/>
        <pc:sldMkLst>
          <pc:docMk/>
          <pc:sldMk cId="1205528405" sldId="317"/>
        </pc:sldMkLst>
        <pc:picChg chg="mod">
          <ac:chgData name="Ignacio Hoyos Diego" userId="12878ccb-43a9-46db-89db-1429693cb130" providerId="ADAL" clId="{A57A088A-F235-49F6-AF33-CEEA08BCE822}" dt="2025-04-12T14:49:37.099" v="209" actId="14100"/>
          <ac:picMkLst>
            <pc:docMk/>
            <pc:sldMk cId="1205528405" sldId="317"/>
            <ac:picMk id="3" creationId="{C269B7FC-CC46-10E3-E0DE-39C6E8D8F85E}"/>
          </ac:picMkLst>
        </pc:picChg>
        <pc:picChg chg="add mod">
          <ac:chgData name="Ignacio Hoyos Diego" userId="12878ccb-43a9-46db-89db-1429693cb130" providerId="ADAL" clId="{A57A088A-F235-49F6-AF33-CEEA08BCE822}" dt="2025-04-12T14:49:33.107" v="208" actId="167"/>
          <ac:picMkLst>
            <pc:docMk/>
            <pc:sldMk cId="1205528405" sldId="317"/>
            <ac:picMk id="4" creationId="{5CF22145-A8DA-E413-4618-0601A4D2E946}"/>
          </ac:picMkLst>
        </pc:picChg>
        <pc:picChg chg="add del">
          <ac:chgData name="Ignacio Hoyos Diego" userId="12878ccb-43a9-46db-89db-1429693cb130" providerId="ADAL" clId="{A57A088A-F235-49F6-AF33-CEEA08BCE822}" dt="2025-04-12T14:50:20.799" v="212" actId="478"/>
          <ac:picMkLst>
            <pc:docMk/>
            <pc:sldMk cId="1205528405" sldId="317"/>
            <ac:picMk id="5122" creationId="{E22FDC0C-EBB7-0600-D475-FBFE99F2695D}"/>
          </ac:picMkLst>
        </pc:picChg>
      </pc:sldChg>
      <pc:sldChg chg="addSp delSp modSp add mod">
        <pc:chgData name="Ignacio Hoyos Diego" userId="12878ccb-43a9-46db-89db-1429693cb130" providerId="ADAL" clId="{A57A088A-F235-49F6-AF33-CEEA08BCE822}" dt="2025-04-12T14:51:25.197" v="272" actId="1076"/>
        <pc:sldMkLst>
          <pc:docMk/>
          <pc:sldMk cId="3482054973" sldId="318"/>
        </pc:sldMkLst>
        <pc:spChg chg="del">
          <ac:chgData name="Ignacio Hoyos Diego" userId="12878ccb-43a9-46db-89db-1429693cb130" providerId="ADAL" clId="{A57A088A-F235-49F6-AF33-CEEA08BCE822}" dt="2025-04-12T14:50:27.182" v="216" actId="478"/>
          <ac:spMkLst>
            <pc:docMk/>
            <pc:sldMk cId="3482054973" sldId="318"/>
            <ac:spMk id="2" creationId="{F27100CC-116A-A010-C1A4-94CDB5B7D296}"/>
          </ac:spMkLst>
        </pc:spChg>
        <pc:spChg chg="add mod">
          <ac:chgData name="Ignacio Hoyos Diego" userId="12878ccb-43a9-46db-89db-1429693cb130" providerId="ADAL" clId="{A57A088A-F235-49F6-AF33-CEEA08BCE822}" dt="2025-04-12T14:51:25.197" v="272" actId="1076"/>
          <ac:spMkLst>
            <pc:docMk/>
            <pc:sldMk cId="3482054973" sldId="318"/>
            <ac:spMk id="6" creationId="{1592AF91-C3FF-724D-4BD5-49B81503272E}"/>
          </ac:spMkLst>
        </pc:spChg>
        <pc:picChg chg="del">
          <ac:chgData name="Ignacio Hoyos Diego" userId="12878ccb-43a9-46db-89db-1429693cb130" providerId="ADAL" clId="{A57A088A-F235-49F6-AF33-CEEA08BCE822}" dt="2025-04-12T14:50:23.416" v="214" actId="478"/>
          <ac:picMkLst>
            <pc:docMk/>
            <pc:sldMk cId="3482054973" sldId="318"/>
            <ac:picMk id="3" creationId="{7C9FFA23-E37A-082C-C266-6ACE1821BD90}"/>
          </ac:picMkLst>
        </pc:picChg>
        <pc:picChg chg="del">
          <ac:chgData name="Ignacio Hoyos Diego" userId="12878ccb-43a9-46db-89db-1429693cb130" providerId="ADAL" clId="{A57A088A-F235-49F6-AF33-CEEA08BCE822}" dt="2025-04-12T14:50:23.963" v="215" actId="478"/>
          <ac:picMkLst>
            <pc:docMk/>
            <pc:sldMk cId="3482054973" sldId="318"/>
            <ac:picMk id="4" creationId="{5537D5EE-8A6E-51EE-AF7A-55A4CBCFAC27}"/>
          </ac:picMkLst>
        </pc:picChg>
        <pc:picChg chg="del">
          <ac:chgData name="Ignacio Hoyos Diego" userId="12878ccb-43a9-46db-89db-1429693cb130" providerId="ADAL" clId="{A57A088A-F235-49F6-AF33-CEEA08BCE822}" dt="2025-04-12T14:50:22.627" v="213" actId="478"/>
          <ac:picMkLst>
            <pc:docMk/>
            <pc:sldMk cId="3482054973" sldId="318"/>
            <ac:picMk id="9" creationId="{9B0FC9E7-D5C5-2E57-B12D-656C07EA1B4F}"/>
          </ac:picMkLst>
        </pc:picChg>
        <pc:picChg chg="mod">
          <ac:chgData name="Ignacio Hoyos Diego" userId="12878ccb-43a9-46db-89db-1429693cb130" providerId="ADAL" clId="{A57A088A-F235-49F6-AF33-CEEA08BCE822}" dt="2025-04-12T14:51:08.908" v="266" actId="1076"/>
          <ac:picMkLst>
            <pc:docMk/>
            <pc:sldMk cId="3482054973" sldId="318"/>
            <ac:picMk id="5122" creationId="{943261C9-765C-326C-9900-3A60471FA659}"/>
          </ac:picMkLst>
        </pc:picChg>
      </pc:sldChg>
      <pc:sldChg chg="addSp modSp add mod">
        <pc:chgData name="Ignacio Hoyos Diego" userId="12878ccb-43a9-46db-89db-1429693cb130" providerId="ADAL" clId="{A57A088A-F235-49F6-AF33-CEEA08BCE822}" dt="2025-04-12T14:59:59.189" v="298" actId="1076"/>
        <pc:sldMkLst>
          <pc:docMk/>
          <pc:sldMk cId="4206922125" sldId="320"/>
        </pc:sldMkLst>
        <pc:picChg chg="add mod">
          <ac:chgData name="Ignacio Hoyos Diego" userId="12878ccb-43a9-46db-89db-1429693cb130" providerId="ADAL" clId="{A57A088A-F235-49F6-AF33-CEEA08BCE822}" dt="2025-04-12T14:59:59.189" v="298" actId="1076"/>
          <ac:picMkLst>
            <pc:docMk/>
            <pc:sldMk cId="4206922125" sldId="320"/>
            <ac:picMk id="2" creationId="{6F821C60-FF57-391E-9E5D-D15BE140F84B}"/>
          </ac:picMkLst>
        </pc:picChg>
      </pc:sldChg>
      <pc:sldChg chg="addSp delSp modSp add del mod ord">
        <pc:chgData name="Ignacio Hoyos Diego" userId="12878ccb-43a9-46db-89db-1429693cb130" providerId="ADAL" clId="{A57A088A-F235-49F6-AF33-CEEA08BCE822}" dt="2025-04-12T15:02:49.177" v="304" actId="2696"/>
        <pc:sldMkLst>
          <pc:docMk/>
          <pc:sldMk cId="1248492635" sldId="321"/>
        </pc:sldMkLst>
        <pc:spChg chg="del">
          <ac:chgData name="Ignacio Hoyos Diego" userId="12878ccb-43a9-46db-89db-1429693cb130" providerId="ADAL" clId="{A57A088A-F235-49F6-AF33-CEEA08BCE822}" dt="2025-04-12T15:02:32.378" v="302" actId="478"/>
          <ac:spMkLst>
            <pc:docMk/>
            <pc:sldMk cId="1248492635" sldId="321"/>
            <ac:spMk id="2" creationId="{DFFE52FE-188B-A9E3-D733-EC0C9C2F0007}"/>
          </ac:spMkLst>
        </pc:spChg>
        <pc:spChg chg="add del mod">
          <ac:chgData name="Ignacio Hoyos Diego" userId="12878ccb-43a9-46db-89db-1429693cb130" providerId="ADAL" clId="{A57A088A-F235-49F6-AF33-CEEA08BCE822}" dt="2025-04-12T15:02:35.737" v="303" actId="478"/>
          <ac:spMkLst>
            <pc:docMk/>
            <pc:sldMk cId="1248492635" sldId="321"/>
            <ac:spMk id="4" creationId="{080FC2EB-2CBF-6972-7A50-218F7E5A12AA}"/>
          </ac:spMkLst>
        </pc:spChg>
      </pc:sldChg>
      <pc:sldChg chg="add ord">
        <pc:chgData name="Ignacio Hoyos Diego" userId="12878ccb-43a9-46db-89db-1429693cb130" providerId="ADAL" clId="{A57A088A-F235-49F6-AF33-CEEA08BCE822}" dt="2025-04-12T15:25:13.626" v="357"/>
        <pc:sldMkLst>
          <pc:docMk/>
          <pc:sldMk cId="3868428978" sldId="321"/>
        </pc:sldMkLst>
      </pc:sldChg>
      <pc:sldChg chg="addSp delSp modSp add mod">
        <pc:chgData name="Ignacio Hoyos Diego" userId="12878ccb-43a9-46db-89db-1429693cb130" providerId="ADAL" clId="{A57A088A-F235-49F6-AF33-CEEA08BCE822}" dt="2025-04-12T15:22:08.048" v="318" actId="962"/>
        <pc:sldMkLst>
          <pc:docMk/>
          <pc:sldMk cId="4247825005" sldId="322"/>
        </pc:sldMkLst>
        <pc:spChg chg="add del mod">
          <ac:chgData name="Ignacio Hoyos Diego" userId="12878ccb-43a9-46db-89db-1429693cb130" providerId="ADAL" clId="{A57A088A-F235-49F6-AF33-CEEA08BCE822}" dt="2025-04-12T15:21:51.228" v="315" actId="478"/>
          <ac:spMkLst>
            <pc:docMk/>
            <pc:sldMk cId="4247825005" sldId="322"/>
            <ac:spMk id="3" creationId="{20DABF9B-60FC-C7EA-5549-8285876753D2}"/>
          </ac:spMkLst>
        </pc:spChg>
        <pc:picChg chg="add mod">
          <ac:chgData name="Ignacio Hoyos Diego" userId="12878ccb-43a9-46db-89db-1429693cb130" providerId="ADAL" clId="{A57A088A-F235-49F6-AF33-CEEA08BCE822}" dt="2025-04-12T15:22:08.048" v="318" actId="962"/>
          <ac:picMkLst>
            <pc:docMk/>
            <pc:sldMk cId="4247825005" sldId="322"/>
            <ac:picMk id="5" creationId="{28EE62BB-2D84-315A-F967-8B63C9F0BDF2}"/>
          </ac:picMkLst>
        </pc:picChg>
      </pc:sldChg>
    </pc:docChg>
  </pc:docChgLst>
  <pc:docChgLst>
    <pc:chgData name="Darío Bagüés Castro" userId="S::uo282759@uniovi.es::059ff1f5-794d-42c0-8755-82867ba5c0e4" providerId="AD" clId="Web-{0B0F0BF4-C95A-E8DC-2962-788F6E0FCCFC}"/>
    <pc:docChg chg="addSld modSld sldOrd">
      <pc:chgData name="Darío Bagüés Castro" userId="S::uo282759@uniovi.es::059ff1f5-794d-42c0-8755-82867ba5c0e4" providerId="AD" clId="Web-{0B0F0BF4-C95A-E8DC-2962-788F6E0FCCFC}" dt="2025-04-12T15:50:54.099" v="190" actId="20577"/>
      <pc:docMkLst>
        <pc:docMk/>
      </pc:docMkLst>
      <pc:sldChg chg="addSp delSp modSp">
        <pc:chgData name="Darío Bagüés Castro" userId="S::uo282759@uniovi.es::059ff1f5-794d-42c0-8755-82867ba5c0e4" providerId="AD" clId="Web-{0B0F0BF4-C95A-E8DC-2962-788F6E0FCCFC}" dt="2025-04-12T14:38:51.720" v="136" actId="20577"/>
        <pc:sldMkLst>
          <pc:docMk/>
          <pc:sldMk cId="3501509408" sldId="291"/>
        </pc:sldMkLst>
        <pc:spChg chg="add mod">
          <ac:chgData name="Darío Bagüés Castro" userId="S::uo282759@uniovi.es::059ff1f5-794d-42c0-8755-82867ba5c0e4" providerId="AD" clId="Web-{0B0F0BF4-C95A-E8DC-2962-788F6E0FCCFC}" dt="2025-04-12T12:42:32.544" v="44" actId="1076"/>
          <ac:spMkLst>
            <pc:docMk/>
            <pc:sldMk cId="3501509408" sldId="291"/>
            <ac:spMk id="2" creationId="{7B3E342D-DF92-DBDA-845F-BE4394A93699}"/>
          </ac:spMkLst>
        </pc:spChg>
        <pc:spChg chg="add mod">
          <ac:chgData name="Darío Bagüés Castro" userId="S::uo282759@uniovi.es::059ff1f5-794d-42c0-8755-82867ba5c0e4" providerId="AD" clId="Web-{0B0F0BF4-C95A-E8DC-2962-788F6E0FCCFC}" dt="2025-04-12T12:42:32.560" v="45" actId="1076"/>
          <ac:spMkLst>
            <pc:docMk/>
            <pc:sldMk cId="3501509408" sldId="291"/>
            <ac:spMk id="3" creationId="{C0FEB13A-02B5-5FC9-D8C9-F9065D0C09BB}"/>
          </ac:spMkLst>
        </pc:spChg>
        <pc:spChg chg="add mod">
          <ac:chgData name="Darío Bagüés Castro" userId="S::uo282759@uniovi.es::059ff1f5-794d-42c0-8755-82867ba5c0e4" providerId="AD" clId="Web-{0B0F0BF4-C95A-E8DC-2962-788F6E0FCCFC}" dt="2025-04-12T12:42:32.560" v="46" actId="1076"/>
          <ac:spMkLst>
            <pc:docMk/>
            <pc:sldMk cId="3501509408" sldId="291"/>
            <ac:spMk id="4" creationId="{4BDB8755-EEA9-A463-5766-B4F09EDFA6FC}"/>
          </ac:spMkLst>
        </pc:spChg>
        <pc:spChg chg="add mod">
          <ac:chgData name="Darío Bagüés Castro" userId="S::uo282759@uniovi.es::059ff1f5-794d-42c0-8755-82867ba5c0e4" providerId="AD" clId="Web-{0B0F0BF4-C95A-E8DC-2962-788F6E0FCCFC}" dt="2025-04-12T12:42:32.560" v="47" actId="1076"/>
          <ac:spMkLst>
            <pc:docMk/>
            <pc:sldMk cId="3501509408" sldId="291"/>
            <ac:spMk id="5" creationId="{8F5A5AD4-0B31-9BD0-BB5C-4CC875D91FC1}"/>
          </ac:spMkLst>
        </pc:spChg>
        <pc:spChg chg="add mod">
          <ac:chgData name="Darío Bagüés Castro" userId="S::uo282759@uniovi.es::059ff1f5-794d-42c0-8755-82867ba5c0e4" providerId="AD" clId="Web-{0B0F0BF4-C95A-E8DC-2962-788F6E0FCCFC}" dt="2025-04-12T12:42:32.575" v="48" actId="1076"/>
          <ac:spMkLst>
            <pc:docMk/>
            <pc:sldMk cId="3501509408" sldId="291"/>
            <ac:spMk id="6" creationId="{821EB354-3F27-1E07-EDDB-C101B909EFA0}"/>
          </ac:spMkLst>
        </pc:spChg>
        <pc:spChg chg="add mod">
          <ac:chgData name="Darío Bagüés Castro" userId="S::uo282759@uniovi.es::059ff1f5-794d-42c0-8755-82867ba5c0e4" providerId="AD" clId="Web-{0B0F0BF4-C95A-E8DC-2962-788F6E0FCCFC}" dt="2025-04-12T12:42:32.575" v="49" actId="1076"/>
          <ac:spMkLst>
            <pc:docMk/>
            <pc:sldMk cId="3501509408" sldId="291"/>
            <ac:spMk id="7" creationId="{2E6E484F-4BE1-B980-5FE9-D60AE7761EE7}"/>
          </ac:spMkLst>
        </pc:spChg>
        <pc:spChg chg="add mod">
          <ac:chgData name="Darío Bagüés Castro" userId="S::uo282759@uniovi.es::059ff1f5-794d-42c0-8755-82867ba5c0e4" providerId="AD" clId="Web-{0B0F0BF4-C95A-E8DC-2962-788F6E0FCCFC}" dt="2025-04-12T14:38:51.720" v="136" actId="20577"/>
          <ac:spMkLst>
            <pc:docMk/>
            <pc:sldMk cId="3501509408" sldId="291"/>
            <ac:spMk id="8" creationId="{E8BE27E0-F34A-5327-F217-76D753DD1A72}"/>
          </ac:spMkLst>
        </pc:spChg>
        <pc:spChg chg="del">
          <ac:chgData name="Darío Bagüés Castro" userId="S::uo282759@uniovi.es::059ff1f5-794d-42c0-8755-82867ba5c0e4" providerId="AD" clId="Web-{0B0F0BF4-C95A-E8DC-2962-788F6E0FCCFC}" dt="2025-04-12T12:42:02.651" v="24"/>
          <ac:spMkLst>
            <pc:docMk/>
            <pc:sldMk cId="3501509408" sldId="291"/>
            <ac:spMk id="285" creationId="{7B3E342D-DF92-DBDA-845F-BE4394A93699}"/>
          </ac:spMkLst>
        </pc:spChg>
        <pc:spChg chg="del">
          <ac:chgData name="Darío Bagüés Castro" userId="S::uo282759@uniovi.es::059ff1f5-794d-42c0-8755-82867ba5c0e4" providerId="AD" clId="Web-{0B0F0BF4-C95A-E8DC-2962-788F6E0FCCFC}" dt="2025-04-12T12:42:02.651" v="23"/>
          <ac:spMkLst>
            <pc:docMk/>
            <pc:sldMk cId="3501509408" sldId="291"/>
            <ac:spMk id="287" creationId="{C0FEB13A-02B5-5FC9-D8C9-F9065D0C09BB}"/>
          </ac:spMkLst>
        </pc:spChg>
        <pc:spChg chg="del">
          <ac:chgData name="Darío Bagüés Castro" userId="S::uo282759@uniovi.es::059ff1f5-794d-42c0-8755-82867ba5c0e4" providerId="AD" clId="Web-{0B0F0BF4-C95A-E8DC-2962-788F6E0FCCFC}" dt="2025-04-12T12:42:02.651" v="22"/>
          <ac:spMkLst>
            <pc:docMk/>
            <pc:sldMk cId="3501509408" sldId="291"/>
            <ac:spMk id="288" creationId="{4BDB8755-EEA9-A463-5766-B4F09EDFA6FC}"/>
          </ac:spMkLst>
        </pc:spChg>
        <pc:spChg chg="del">
          <ac:chgData name="Darío Bagüés Castro" userId="S::uo282759@uniovi.es::059ff1f5-794d-42c0-8755-82867ba5c0e4" providerId="AD" clId="Web-{0B0F0BF4-C95A-E8DC-2962-788F6E0FCCFC}" dt="2025-04-12T12:42:02.651" v="21"/>
          <ac:spMkLst>
            <pc:docMk/>
            <pc:sldMk cId="3501509408" sldId="291"/>
            <ac:spMk id="289" creationId="{8F5A5AD4-0B31-9BD0-BB5C-4CC875D91FC1}"/>
          </ac:spMkLst>
        </pc:spChg>
        <pc:spChg chg="del">
          <ac:chgData name="Darío Bagüés Castro" userId="S::uo282759@uniovi.es::059ff1f5-794d-42c0-8755-82867ba5c0e4" providerId="AD" clId="Web-{0B0F0BF4-C95A-E8DC-2962-788F6E0FCCFC}" dt="2025-04-12T12:42:02.651" v="20"/>
          <ac:spMkLst>
            <pc:docMk/>
            <pc:sldMk cId="3501509408" sldId="291"/>
            <ac:spMk id="291" creationId="{821EB354-3F27-1E07-EDDB-C101B909EFA0}"/>
          </ac:spMkLst>
        </pc:spChg>
        <pc:spChg chg="mod">
          <ac:chgData name="Darío Bagüés Castro" userId="S::uo282759@uniovi.es::059ff1f5-794d-42c0-8755-82867ba5c0e4" providerId="AD" clId="Web-{0B0F0BF4-C95A-E8DC-2962-788F6E0FCCFC}" dt="2025-04-12T12:42:41.248" v="51" actId="1076"/>
          <ac:spMkLst>
            <pc:docMk/>
            <pc:sldMk cId="3501509408" sldId="291"/>
            <ac:spMk id="292" creationId="{23A96FD7-0D72-E8F5-84D3-98F8310F4FAC}"/>
          </ac:spMkLst>
        </pc:spChg>
        <pc:spChg chg="del">
          <ac:chgData name="Darío Bagüés Castro" userId="S::uo282759@uniovi.es::059ff1f5-794d-42c0-8755-82867ba5c0e4" providerId="AD" clId="Web-{0B0F0BF4-C95A-E8DC-2962-788F6E0FCCFC}" dt="2025-04-12T12:42:02.651" v="19"/>
          <ac:spMkLst>
            <pc:docMk/>
            <pc:sldMk cId="3501509408" sldId="291"/>
            <ac:spMk id="293" creationId="{2E6E484F-4BE1-B980-5FE9-D60AE7761EE7}"/>
          </ac:spMkLst>
        </pc:spChg>
        <pc:spChg chg="mod">
          <ac:chgData name="Darío Bagüés Castro" userId="S::uo282759@uniovi.es::059ff1f5-794d-42c0-8755-82867ba5c0e4" providerId="AD" clId="Web-{0B0F0BF4-C95A-E8DC-2962-788F6E0FCCFC}" dt="2025-04-12T12:42:41.248" v="52" actId="1076"/>
          <ac:spMkLst>
            <pc:docMk/>
            <pc:sldMk cId="3501509408" sldId="291"/>
            <ac:spMk id="294" creationId="{FBED1F51-0308-637A-0A4C-80C7E2A6786A}"/>
          </ac:spMkLst>
        </pc:spChg>
        <pc:spChg chg="mod">
          <ac:chgData name="Darío Bagüés Castro" userId="S::uo282759@uniovi.es::059ff1f5-794d-42c0-8755-82867ba5c0e4" providerId="AD" clId="Web-{0B0F0BF4-C95A-E8DC-2962-788F6E0FCCFC}" dt="2025-04-12T12:42:55.499" v="58" actId="14100"/>
          <ac:spMkLst>
            <pc:docMk/>
            <pc:sldMk cId="3501509408" sldId="291"/>
            <ac:spMk id="295" creationId="{81F18491-AF26-303E-B702-199583B9C183}"/>
          </ac:spMkLst>
        </pc:spChg>
        <pc:spChg chg="mod">
          <ac:chgData name="Darío Bagüés Castro" userId="S::uo282759@uniovi.es::059ff1f5-794d-42c0-8755-82867ba5c0e4" providerId="AD" clId="Web-{0B0F0BF4-C95A-E8DC-2962-788F6E0FCCFC}" dt="2025-04-12T14:38:35.859" v="134" actId="20577"/>
          <ac:spMkLst>
            <pc:docMk/>
            <pc:sldMk cId="3501509408" sldId="291"/>
            <ac:spMk id="296" creationId="{9E18C6A3-CA0D-2B30-E928-2DFE579483DD}"/>
          </ac:spMkLst>
        </pc:spChg>
        <pc:spChg chg="del">
          <ac:chgData name="Darío Bagüés Castro" userId="S::uo282759@uniovi.es::059ff1f5-794d-42c0-8755-82867ba5c0e4" providerId="AD" clId="Web-{0B0F0BF4-C95A-E8DC-2962-788F6E0FCCFC}" dt="2025-04-12T12:42:02.651" v="18"/>
          <ac:spMkLst>
            <pc:docMk/>
            <pc:sldMk cId="3501509408" sldId="291"/>
            <ac:spMk id="297" creationId="{E8BE27E0-F34A-5327-F217-76D753DD1A72}"/>
          </ac:spMkLst>
        </pc:spChg>
      </pc:sldChg>
      <pc:sldChg chg="addSp modSp">
        <pc:chgData name="Darío Bagüés Castro" userId="S::uo282759@uniovi.es::059ff1f5-794d-42c0-8755-82867ba5c0e4" providerId="AD" clId="Web-{0B0F0BF4-C95A-E8DC-2962-788F6E0FCCFC}" dt="2025-04-12T15:50:54.099" v="190" actId="20577"/>
        <pc:sldMkLst>
          <pc:docMk/>
          <pc:sldMk cId="331060147" sldId="292"/>
        </pc:sldMkLst>
        <pc:spChg chg="add mod">
          <ac:chgData name="Darío Bagüés Castro" userId="S::uo282759@uniovi.es::059ff1f5-794d-42c0-8755-82867ba5c0e4" providerId="AD" clId="Web-{0B0F0BF4-C95A-E8DC-2962-788F6E0FCCFC}" dt="2025-04-12T14:37:50.747" v="124" actId="1076"/>
          <ac:spMkLst>
            <pc:docMk/>
            <pc:sldMk cId="331060147" sldId="292"/>
            <ac:spMk id="4" creationId="{8AB26C29-6CA9-4E88-FD5B-A54809EE44A3}"/>
          </ac:spMkLst>
        </pc:spChg>
        <pc:spChg chg="mod">
          <ac:chgData name="Darío Bagüés Castro" userId="S::uo282759@uniovi.es::059ff1f5-794d-42c0-8755-82867ba5c0e4" providerId="AD" clId="Web-{0B0F0BF4-C95A-E8DC-2962-788F6E0FCCFC}" dt="2025-04-12T15:50:54.099" v="190" actId="20577"/>
          <ac:spMkLst>
            <pc:docMk/>
            <pc:sldMk cId="331060147" sldId="292"/>
            <ac:spMk id="19" creationId="{725010E8-53B6-4E3D-27B8-6703732269D4}"/>
          </ac:spMkLst>
        </pc:spChg>
      </pc:sldChg>
      <pc:sldChg chg="addSp delSp modSp">
        <pc:chgData name="Darío Bagüés Castro" userId="S::uo282759@uniovi.es::059ff1f5-794d-42c0-8755-82867ba5c0e4" providerId="AD" clId="Web-{0B0F0BF4-C95A-E8DC-2962-788F6E0FCCFC}" dt="2025-04-12T15:36:25.140" v="145" actId="1076"/>
        <pc:sldMkLst>
          <pc:docMk/>
          <pc:sldMk cId="721702655" sldId="294"/>
        </pc:sldMkLst>
        <pc:spChg chg="add del mod">
          <ac:chgData name="Darío Bagüés Castro" userId="S::uo282759@uniovi.es::059ff1f5-794d-42c0-8755-82867ba5c0e4" providerId="AD" clId="Web-{0B0F0BF4-C95A-E8DC-2962-788F6E0FCCFC}" dt="2025-04-12T15:11:50.970" v="140"/>
          <ac:spMkLst>
            <pc:docMk/>
            <pc:sldMk cId="721702655" sldId="294"/>
            <ac:spMk id="3" creationId="{FFA7A62E-EB4E-2640-2B8D-B3B671644890}"/>
          </ac:spMkLst>
        </pc:spChg>
        <pc:graphicFrameChg chg="del">
          <ac:chgData name="Darío Bagüés Castro" userId="S::uo282759@uniovi.es::059ff1f5-794d-42c0-8755-82867ba5c0e4" providerId="AD" clId="Web-{0B0F0BF4-C95A-E8DC-2962-788F6E0FCCFC}" dt="2025-04-12T15:36:18.046" v="143"/>
          <ac:graphicFrameMkLst>
            <pc:docMk/>
            <pc:sldMk cId="721702655" sldId="294"/>
            <ac:graphicFrameMk id="2" creationId="{B8D8CF15-6719-EB6B-E5EF-EC1E6DA201FB}"/>
          </ac:graphicFrameMkLst>
        </pc:graphicFrameChg>
        <pc:picChg chg="add mod">
          <ac:chgData name="Darío Bagüés Castro" userId="S::uo282759@uniovi.es::059ff1f5-794d-42c0-8755-82867ba5c0e4" providerId="AD" clId="Web-{0B0F0BF4-C95A-E8DC-2962-788F6E0FCCFC}" dt="2025-04-12T15:36:25.140" v="145" actId="1076"/>
          <ac:picMkLst>
            <pc:docMk/>
            <pc:sldMk cId="721702655" sldId="294"/>
            <ac:picMk id="4" creationId="{888A0A55-F2C6-EBFD-826C-9B85D594EF77}"/>
          </ac:picMkLst>
        </pc:picChg>
      </pc:sldChg>
      <pc:sldChg chg="delSp">
        <pc:chgData name="Darío Bagüés Castro" userId="S::uo282759@uniovi.es::059ff1f5-794d-42c0-8755-82867ba5c0e4" providerId="AD" clId="Web-{0B0F0BF4-C95A-E8DC-2962-788F6E0FCCFC}" dt="2025-04-12T12:46:16.268" v="59"/>
        <pc:sldMkLst>
          <pc:docMk/>
          <pc:sldMk cId="3409979760" sldId="297"/>
        </pc:sldMkLst>
        <pc:spChg chg="del">
          <ac:chgData name="Darío Bagüés Castro" userId="S::uo282759@uniovi.es::059ff1f5-794d-42c0-8755-82867ba5c0e4" providerId="AD" clId="Web-{0B0F0BF4-C95A-E8DC-2962-788F6E0FCCFC}" dt="2025-04-12T12:46:16.268" v="59"/>
          <ac:spMkLst>
            <pc:docMk/>
            <pc:sldMk cId="3409979760" sldId="297"/>
            <ac:spMk id="942" creationId="{07BE915E-E1F6-AA71-1383-5B566CEF8048}"/>
          </ac:spMkLst>
        </pc:spChg>
      </pc:sldChg>
      <pc:sldChg chg="delSp modSp">
        <pc:chgData name="Darío Bagüés Castro" userId="S::uo282759@uniovi.es::059ff1f5-794d-42c0-8755-82867ba5c0e4" providerId="AD" clId="Web-{0B0F0BF4-C95A-E8DC-2962-788F6E0FCCFC}" dt="2025-04-12T12:37:37.332" v="17" actId="14100"/>
        <pc:sldMkLst>
          <pc:docMk/>
          <pc:sldMk cId="1117769237" sldId="302"/>
        </pc:sldMkLst>
        <pc:spChg chg="mod">
          <ac:chgData name="Darío Bagüés Castro" userId="S::uo282759@uniovi.es::059ff1f5-794d-42c0-8755-82867ba5c0e4" providerId="AD" clId="Web-{0B0F0BF4-C95A-E8DC-2962-788F6E0FCCFC}" dt="2025-04-12T12:37:33.895" v="16" actId="14100"/>
          <ac:spMkLst>
            <pc:docMk/>
            <pc:sldMk cId="1117769237" sldId="302"/>
            <ac:spMk id="814" creationId="{9D1267F8-BF72-659D-2F4E-6749FA9D45C0}"/>
          </ac:spMkLst>
        </pc:spChg>
        <pc:spChg chg="mod">
          <ac:chgData name="Darío Bagüés Castro" userId="S::uo282759@uniovi.es::059ff1f5-794d-42c0-8755-82867ba5c0e4" providerId="AD" clId="Web-{0B0F0BF4-C95A-E8DC-2962-788F6E0FCCFC}" dt="2025-04-12T12:37:37.332" v="17" actId="14100"/>
          <ac:spMkLst>
            <pc:docMk/>
            <pc:sldMk cId="1117769237" sldId="302"/>
            <ac:spMk id="820" creationId="{27F6C2D2-6FB7-703C-E654-EDD5B304E469}"/>
          </ac:spMkLst>
        </pc:spChg>
        <pc:spChg chg="del mod">
          <ac:chgData name="Darío Bagüés Castro" userId="S::uo282759@uniovi.es::059ff1f5-794d-42c0-8755-82867ba5c0e4" providerId="AD" clId="Web-{0B0F0BF4-C95A-E8DC-2962-788F6E0FCCFC}" dt="2025-04-12T12:37:23.300" v="13"/>
          <ac:spMkLst>
            <pc:docMk/>
            <pc:sldMk cId="1117769237" sldId="302"/>
            <ac:spMk id="821" creationId="{587FEF69-63C2-2D0F-7E14-C69C6A1D02AF}"/>
          </ac:spMkLst>
        </pc:spChg>
        <pc:spChg chg="del mod">
          <ac:chgData name="Darío Bagüés Castro" userId="S::uo282759@uniovi.es::059ff1f5-794d-42c0-8755-82867ba5c0e4" providerId="AD" clId="Web-{0B0F0BF4-C95A-E8DC-2962-788F6E0FCCFC}" dt="2025-04-12T12:37:01.595" v="10"/>
          <ac:spMkLst>
            <pc:docMk/>
            <pc:sldMk cId="1117769237" sldId="302"/>
            <ac:spMk id="822" creationId="{96D251E3-3316-D64A-C51C-13A7595272D8}"/>
          </ac:spMkLst>
        </pc:spChg>
      </pc:sldChg>
      <pc:sldChg chg="addSp delSp modSp">
        <pc:chgData name="Darío Bagüés Castro" userId="S::uo282759@uniovi.es::059ff1f5-794d-42c0-8755-82867ba5c0e4" providerId="AD" clId="Web-{0B0F0BF4-C95A-E8DC-2962-788F6E0FCCFC}" dt="2025-04-12T15:40:03.723" v="162" actId="1076"/>
        <pc:sldMkLst>
          <pc:docMk/>
          <pc:sldMk cId="817900711" sldId="303"/>
        </pc:sldMkLst>
        <pc:graphicFrameChg chg="del">
          <ac:chgData name="Darío Bagüés Castro" userId="S::uo282759@uniovi.es::059ff1f5-794d-42c0-8755-82867ba5c0e4" providerId="AD" clId="Web-{0B0F0BF4-C95A-E8DC-2962-788F6E0FCCFC}" dt="2025-04-12T15:37:20.766" v="146"/>
          <ac:graphicFrameMkLst>
            <pc:docMk/>
            <pc:sldMk cId="817900711" sldId="303"/>
            <ac:graphicFrameMk id="2" creationId="{D1524612-DC24-4E82-C2CF-89C6826E4F5F}"/>
          </ac:graphicFrameMkLst>
        </pc:graphicFrameChg>
        <pc:picChg chg="add del mod">
          <ac:chgData name="Darío Bagüés Castro" userId="S::uo282759@uniovi.es::059ff1f5-794d-42c0-8755-82867ba5c0e4" providerId="AD" clId="Web-{0B0F0BF4-C95A-E8DC-2962-788F6E0FCCFC}" dt="2025-04-12T15:39:54.004" v="159"/>
          <ac:picMkLst>
            <pc:docMk/>
            <pc:sldMk cId="817900711" sldId="303"/>
            <ac:picMk id="3" creationId="{74E410AD-29B8-C750-431D-C20DA6BEDA61}"/>
          </ac:picMkLst>
        </pc:picChg>
        <pc:picChg chg="add del mod">
          <ac:chgData name="Darío Bagüés Castro" userId="S::uo282759@uniovi.es::059ff1f5-794d-42c0-8755-82867ba5c0e4" providerId="AD" clId="Web-{0B0F0BF4-C95A-E8DC-2962-788F6E0FCCFC}" dt="2025-04-12T15:39:05.206" v="156"/>
          <ac:picMkLst>
            <pc:docMk/>
            <pc:sldMk cId="817900711" sldId="303"/>
            <ac:picMk id="4" creationId="{804A73D5-AB50-1288-DF6A-36DCCFF5A1C4}"/>
          </ac:picMkLst>
        </pc:picChg>
        <pc:picChg chg="add mod">
          <ac:chgData name="Darío Bagüés Castro" userId="S::uo282759@uniovi.es::059ff1f5-794d-42c0-8755-82867ba5c0e4" providerId="AD" clId="Web-{0B0F0BF4-C95A-E8DC-2962-788F6E0FCCFC}" dt="2025-04-12T15:39:09.784" v="158" actId="1076"/>
          <ac:picMkLst>
            <pc:docMk/>
            <pc:sldMk cId="817900711" sldId="303"/>
            <ac:picMk id="5" creationId="{43617B23-D091-BFA4-0B69-CBD8D9765458}"/>
          </ac:picMkLst>
        </pc:picChg>
        <pc:picChg chg="add mod">
          <ac:chgData name="Darío Bagüés Castro" userId="S::uo282759@uniovi.es::059ff1f5-794d-42c0-8755-82867ba5c0e4" providerId="AD" clId="Web-{0B0F0BF4-C95A-E8DC-2962-788F6E0FCCFC}" dt="2025-04-12T15:40:03.723" v="162" actId="1076"/>
          <ac:picMkLst>
            <pc:docMk/>
            <pc:sldMk cId="817900711" sldId="303"/>
            <ac:picMk id="7" creationId="{3CAFA3E6-F010-A656-BCAB-98D5656FA13C}"/>
          </ac:picMkLst>
        </pc:picChg>
      </pc:sldChg>
      <pc:sldChg chg="modSp add ord replId">
        <pc:chgData name="Darío Bagüés Castro" userId="S::uo282759@uniovi.es::059ff1f5-794d-42c0-8755-82867ba5c0e4" providerId="AD" clId="Web-{0B0F0BF4-C95A-E8DC-2962-788F6E0FCCFC}" dt="2025-04-12T12:47:07.412" v="120"/>
        <pc:sldMkLst>
          <pc:docMk/>
          <pc:sldMk cId="3257512704" sldId="306"/>
        </pc:sldMkLst>
        <pc:spChg chg="mod">
          <ac:chgData name="Darío Bagüés Castro" userId="S::uo282759@uniovi.es::059ff1f5-794d-42c0-8755-82867ba5c0e4" providerId="AD" clId="Web-{0B0F0BF4-C95A-E8DC-2962-788F6E0FCCFC}" dt="2025-04-12T12:46:45.145" v="109" actId="20577"/>
          <ac:spMkLst>
            <pc:docMk/>
            <pc:sldMk cId="3257512704" sldId="306"/>
            <ac:spMk id="4" creationId="{4B26D9F4-780F-7B89-C4D5-D91680055297}"/>
          </ac:spMkLst>
        </pc:spChg>
        <pc:spChg chg="mod">
          <ac:chgData name="Darío Bagüés Castro" userId="S::uo282759@uniovi.es::059ff1f5-794d-42c0-8755-82867ba5c0e4" providerId="AD" clId="Web-{0B0F0BF4-C95A-E8DC-2962-788F6E0FCCFC}" dt="2025-04-12T12:46:33.754" v="70" actId="20577"/>
          <ac:spMkLst>
            <pc:docMk/>
            <pc:sldMk cId="3257512704" sldId="306"/>
            <ac:spMk id="937" creationId="{13F2EAE6-05CC-5746-3336-E22DA7BCDA90}"/>
          </ac:spMkLst>
        </pc:spChg>
        <pc:spChg chg="mod">
          <ac:chgData name="Darío Bagüés Castro" userId="S::uo282759@uniovi.es::059ff1f5-794d-42c0-8755-82867ba5c0e4" providerId="AD" clId="Web-{0B0F0BF4-C95A-E8DC-2962-788F6E0FCCFC}" dt="2025-04-12T12:46:53.271" v="119" actId="20577"/>
          <ac:spMkLst>
            <pc:docMk/>
            <pc:sldMk cId="3257512704" sldId="306"/>
            <ac:spMk id="943" creationId="{50A502BD-07FA-373A-45B5-A09A7B1F7605}"/>
          </ac:spMkLst>
        </pc:spChg>
      </pc:sldChg>
      <pc:sldChg chg="addSp delSp modSp">
        <pc:chgData name="Darío Bagüés Castro" userId="S::uo282759@uniovi.es::059ff1f5-794d-42c0-8755-82867ba5c0e4" providerId="AD" clId="Web-{0B0F0BF4-C95A-E8DC-2962-788F6E0FCCFC}" dt="2025-04-12T15:49:49.097" v="189"/>
        <pc:sldMkLst>
          <pc:docMk/>
          <pc:sldMk cId="3031637097" sldId="311"/>
        </pc:sldMkLst>
        <pc:graphicFrameChg chg="del">
          <ac:chgData name="Darío Bagüés Castro" userId="S::uo282759@uniovi.es::059ff1f5-794d-42c0-8755-82867ba5c0e4" providerId="AD" clId="Web-{0B0F0BF4-C95A-E8DC-2962-788F6E0FCCFC}" dt="2025-04-12T15:49:47.332" v="188"/>
          <ac:graphicFrameMkLst>
            <pc:docMk/>
            <pc:sldMk cId="3031637097" sldId="311"/>
            <ac:graphicFrameMk id="4" creationId="{16F3F461-28A4-AEF6-4237-014D1041D93D}"/>
          </ac:graphicFrameMkLst>
        </pc:graphicFrameChg>
        <pc:picChg chg="add mod">
          <ac:chgData name="Darío Bagüés Castro" userId="S::uo282759@uniovi.es::059ff1f5-794d-42c0-8755-82867ba5c0e4" providerId="AD" clId="Web-{0B0F0BF4-C95A-E8DC-2962-788F6E0FCCFC}" dt="2025-04-12T15:49:49.097" v="189"/>
          <ac:picMkLst>
            <pc:docMk/>
            <pc:sldMk cId="3031637097" sldId="311"/>
            <ac:picMk id="5" creationId="{03041FD6-CB51-215B-11D9-1A0FE240A786}"/>
          </ac:picMkLst>
        </pc:picChg>
      </pc:sldChg>
      <pc:sldChg chg="modSp">
        <pc:chgData name="Darío Bagüés Castro" userId="S::uo282759@uniovi.es::059ff1f5-794d-42c0-8755-82867ba5c0e4" providerId="AD" clId="Web-{0B0F0BF4-C95A-E8DC-2962-788F6E0FCCFC}" dt="2025-04-12T15:43:51.606" v="177" actId="20577"/>
        <pc:sldMkLst>
          <pc:docMk/>
          <pc:sldMk cId="2240452842" sldId="312"/>
        </pc:sldMkLst>
        <pc:spChg chg="mod">
          <ac:chgData name="Darío Bagüés Castro" userId="S::uo282759@uniovi.es::059ff1f5-794d-42c0-8755-82867ba5c0e4" providerId="AD" clId="Web-{0B0F0BF4-C95A-E8DC-2962-788F6E0FCCFC}" dt="2025-04-12T15:43:51.606" v="177" actId="20577"/>
          <ac:spMkLst>
            <pc:docMk/>
            <pc:sldMk cId="2240452842" sldId="312"/>
            <ac:spMk id="19" creationId="{A21BD54B-169D-D05A-F5FA-D5500E0F7C7E}"/>
          </ac:spMkLst>
        </pc:spChg>
        <pc:graphicFrameChg chg="mod modGraphic">
          <ac:chgData name="Darío Bagüés Castro" userId="S::uo282759@uniovi.es::059ff1f5-794d-42c0-8755-82867ba5c0e4" providerId="AD" clId="Web-{0B0F0BF4-C95A-E8DC-2962-788F6E0FCCFC}" dt="2025-04-12T15:43:46.684" v="176"/>
          <ac:graphicFrameMkLst>
            <pc:docMk/>
            <pc:sldMk cId="2240452842" sldId="312"/>
            <ac:graphicFrameMk id="3" creationId="{79B436CA-E31E-0CF6-B1BC-2DF96ADA991B}"/>
          </ac:graphicFrameMkLst>
        </pc:graphicFrameChg>
      </pc:sldChg>
      <pc:sldChg chg="ord">
        <pc:chgData name="Darío Bagüés Castro" userId="S::uo282759@uniovi.es::059ff1f5-794d-42c0-8755-82867ba5c0e4" providerId="AD" clId="Web-{0B0F0BF4-C95A-E8DC-2962-788F6E0FCCFC}" dt="2025-04-12T15:12:46.112" v="141"/>
        <pc:sldMkLst>
          <pc:docMk/>
          <pc:sldMk cId="57154152" sldId="313"/>
        </pc:sldMkLst>
      </pc:sldChg>
      <pc:sldChg chg="addSp delSp modSp add replId">
        <pc:chgData name="Darío Bagüés Castro" userId="S::uo282759@uniovi.es::059ff1f5-794d-42c0-8755-82867ba5c0e4" providerId="AD" clId="Web-{0B0F0BF4-C95A-E8DC-2962-788F6E0FCCFC}" dt="2025-04-12T15:49:13.769" v="187"/>
        <pc:sldMkLst>
          <pc:docMk/>
          <pc:sldMk cId="2854560005" sldId="323"/>
        </pc:sldMkLst>
        <pc:graphicFrameChg chg="del">
          <ac:chgData name="Darío Bagüés Castro" userId="S::uo282759@uniovi.es::059ff1f5-794d-42c0-8755-82867ba5c0e4" providerId="AD" clId="Web-{0B0F0BF4-C95A-E8DC-2962-788F6E0FCCFC}" dt="2025-04-12T15:47:55.001" v="184"/>
          <ac:graphicFrameMkLst>
            <pc:docMk/>
            <pc:sldMk cId="2854560005" sldId="323"/>
            <ac:graphicFrameMk id="4" creationId="{90A268AB-89FB-66EE-8157-FF8D98AE9C57}"/>
          </ac:graphicFrameMkLst>
        </pc:graphicFrameChg>
        <pc:picChg chg="add del mod">
          <ac:chgData name="Darío Bagüés Castro" userId="S::uo282759@uniovi.es::059ff1f5-794d-42c0-8755-82867ba5c0e4" providerId="AD" clId="Web-{0B0F0BF4-C95A-E8DC-2962-788F6E0FCCFC}" dt="2025-04-12T15:48:06.408" v="186"/>
          <ac:picMkLst>
            <pc:docMk/>
            <pc:sldMk cId="2854560005" sldId="323"/>
            <ac:picMk id="2" creationId="{F6D81EA0-A4C6-D584-50A1-FA46242231E7}"/>
          </ac:picMkLst>
        </pc:picChg>
        <pc:picChg chg="add mod">
          <ac:chgData name="Darío Bagüés Castro" userId="S::uo282759@uniovi.es::059ff1f5-794d-42c0-8755-82867ba5c0e4" providerId="AD" clId="Web-{0B0F0BF4-C95A-E8DC-2962-788F6E0FCCFC}" dt="2025-04-12T15:49:13.769" v="187"/>
          <ac:picMkLst>
            <pc:docMk/>
            <pc:sldMk cId="2854560005" sldId="323"/>
            <ac:picMk id="3" creationId="{2A7739F9-C0D5-E600-0601-6BCDDBD78774}"/>
          </ac:picMkLst>
        </pc:picChg>
      </pc:sldChg>
    </pc:docChg>
  </pc:docChgLst>
  <pc:docChgLst>
    <pc:chgData name="Lucía Rodrigo García" userId="S::uo289990@uniovi.es::b2984f01-85ab-48c4-8b4f-84d2bbf3cf8b" providerId="AD" clId="Web-{B79081F5-765F-7571-7F4B-3CFEB277E1F1}"/>
    <pc:docChg chg="modSld">
      <pc:chgData name="Lucía Rodrigo García" userId="S::uo289990@uniovi.es::b2984f01-85ab-48c4-8b4f-84d2bbf3cf8b" providerId="AD" clId="Web-{B79081F5-765F-7571-7F4B-3CFEB277E1F1}" dt="2025-04-12T15:52:05.529" v="44"/>
      <pc:docMkLst>
        <pc:docMk/>
      </pc:docMkLst>
      <pc:sldChg chg="modSp">
        <pc:chgData name="Lucía Rodrigo García" userId="S::uo289990@uniovi.es::b2984f01-85ab-48c4-8b4f-84d2bbf3cf8b" providerId="AD" clId="Web-{B79081F5-765F-7571-7F4B-3CFEB277E1F1}" dt="2025-04-12T15:40:00.765" v="17" actId="1076"/>
        <pc:sldMkLst>
          <pc:docMk/>
          <pc:sldMk cId="834643266" sldId="308"/>
        </pc:sldMkLst>
        <pc:spChg chg="mod">
          <ac:chgData name="Lucía Rodrigo García" userId="S::uo289990@uniovi.es::b2984f01-85ab-48c4-8b4f-84d2bbf3cf8b" providerId="AD" clId="Web-{B79081F5-765F-7571-7F4B-3CFEB277E1F1}" dt="2025-04-12T15:40:00.765" v="17" actId="1076"/>
          <ac:spMkLst>
            <pc:docMk/>
            <pc:sldMk cId="834643266" sldId="308"/>
            <ac:spMk id="103" creationId="{001021AE-3A83-8029-9B68-9A348C349D74}"/>
          </ac:spMkLst>
        </pc:spChg>
      </pc:sldChg>
      <pc:sldChg chg="modSp">
        <pc:chgData name="Lucía Rodrigo García" userId="S::uo289990@uniovi.es::b2984f01-85ab-48c4-8b4f-84d2bbf3cf8b" providerId="AD" clId="Web-{B79081F5-765F-7571-7F4B-3CFEB277E1F1}" dt="2025-04-12T15:50:20.474" v="42" actId="1076"/>
        <pc:sldMkLst>
          <pc:docMk/>
          <pc:sldMk cId="3276258281" sldId="310"/>
        </pc:sldMkLst>
        <pc:spChg chg="mod">
          <ac:chgData name="Lucía Rodrigo García" userId="S::uo289990@uniovi.es::b2984f01-85ab-48c4-8b4f-84d2bbf3cf8b" providerId="AD" clId="Web-{B79081F5-765F-7571-7F4B-3CFEB277E1F1}" dt="2025-04-12T15:50:11.489" v="41" actId="20577"/>
          <ac:spMkLst>
            <pc:docMk/>
            <pc:sldMk cId="3276258281" sldId="310"/>
            <ac:spMk id="635" creationId="{37FB918C-8C32-4E5F-4F09-86F05B005B08}"/>
          </ac:spMkLst>
        </pc:spChg>
        <pc:spChg chg="mod">
          <ac:chgData name="Lucía Rodrigo García" userId="S::uo289990@uniovi.es::b2984f01-85ab-48c4-8b4f-84d2bbf3cf8b" providerId="AD" clId="Web-{B79081F5-765F-7571-7F4B-3CFEB277E1F1}" dt="2025-04-12T15:50:20.474" v="42" actId="1076"/>
          <ac:spMkLst>
            <pc:docMk/>
            <pc:sldMk cId="3276258281" sldId="310"/>
            <ac:spMk id="639" creationId="{49D95516-1BD2-0801-73BD-0402C464AD26}"/>
          </ac:spMkLst>
        </pc:spChg>
      </pc:sldChg>
      <pc:sldChg chg="modSp">
        <pc:chgData name="Lucía Rodrigo García" userId="S::uo289990@uniovi.es::b2984f01-85ab-48c4-8b4f-84d2bbf3cf8b" providerId="AD" clId="Web-{B79081F5-765F-7571-7F4B-3CFEB277E1F1}" dt="2025-04-12T15:52:05.529" v="44"/>
        <pc:sldMkLst>
          <pc:docMk/>
          <pc:sldMk cId="2240452842" sldId="312"/>
        </pc:sldMkLst>
        <pc:graphicFrameChg chg="mod modGraphic">
          <ac:chgData name="Lucía Rodrigo García" userId="S::uo289990@uniovi.es::b2984f01-85ab-48c4-8b4f-84d2bbf3cf8b" providerId="AD" clId="Web-{B79081F5-765F-7571-7F4B-3CFEB277E1F1}" dt="2025-04-12T15:52:05.529" v="44"/>
          <ac:graphicFrameMkLst>
            <pc:docMk/>
            <pc:sldMk cId="2240452842" sldId="312"/>
            <ac:graphicFrameMk id="3" creationId="{79B436CA-E31E-0CF6-B1BC-2DF96ADA991B}"/>
          </ac:graphicFrameMkLst>
        </pc:graphicFrameChg>
      </pc:sldChg>
    </pc:docChg>
  </pc:docChgLst>
  <pc:docChgLst>
    <pc:chgData name="Lucía Rodrigo García" userId="S::uo289990@uniovi.es::b2984f01-85ab-48c4-8b4f-84d2bbf3cf8b" providerId="AD" clId="Web-{B8F8ADD9-2F28-EDEC-E2F1-1C23800FDA8C}"/>
    <pc:docChg chg="addSld delSld modSld sldOrd">
      <pc:chgData name="Lucía Rodrigo García" userId="S::uo289990@uniovi.es::b2984f01-85ab-48c4-8b4f-84d2bbf3cf8b" providerId="AD" clId="Web-{B8F8ADD9-2F28-EDEC-E2F1-1C23800FDA8C}" dt="2025-04-12T15:25:16.911" v="987"/>
      <pc:docMkLst>
        <pc:docMk/>
      </pc:docMkLst>
      <pc:sldChg chg="addSp delSp modSp">
        <pc:chgData name="Lucía Rodrigo García" userId="S::uo289990@uniovi.es::b2984f01-85ab-48c4-8b4f-84d2bbf3cf8b" providerId="AD" clId="Web-{B8F8ADD9-2F28-EDEC-E2F1-1C23800FDA8C}" dt="2025-04-12T12:56:15.282" v="75" actId="1076"/>
        <pc:sldMkLst>
          <pc:docMk/>
          <pc:sldMk cId="0" sldId="256"/>
        </pc:sldMkLst>
        <pc:spChg chg="add del mod">
          <ac:chgData name="Lucía Rodrigo García" userId="S::uo289990@uniovi.es::b2984f01-85ab-48c4-8b4f-84d2bbf3cf8b" providerId="AD" clId="Web-{B8F8ADD9-2F28-EDEC-E2F1-1C23800FDA8C}" dt="2025-04-12T12:54:32.325" v="34"/>
          <ac:spMkLst>
            <pc:docMk/>
            <pc:sldMk cId="0" sldId="256"/>
            <ac:spMk id="3" creationId="{89061973-36AA-09D9-AE23-C579CF117D4C}"/>
          </ac:spMkLst>
        </pc:spChg>
        <pc:spChg chg="add del">
          <ac:chgData name="Lucía Rodrigo García" userId="S::uo289990@uniovi.es::b2984f01-85ab-48c4-8b4f-84d2bbf3cf8b" providerId="AD" clId="Web-{B8F8ADD9-2F28-EDEC-E2F1-1C23800FDA8C}" dt="2025-04-12T12:54:32.325" v="34"/>
          <ac:spMkLst>
            <pc:docMk/>
            <pc:sldMk cId="0" sldId="256"/>
            <ac:spMk id="57" creationId="{00000000-0000-0000-0000-000000000000}"/>
          </ac:spMkLst>
        </pc:spChg>
        <pc:spChg chg="add del">
          <ac:chgData name="Lucía Rodrigo García" userId="S::uo289990@uniovi.es::b2984f01-85ab-48c4-8b4f-84d2bbf3cf8b" providerId="AD" clId="Web-{B8F8ADD9-2F28-EDEC-E2F1-1C23800FDA8C}" dt="2025-04-12T12:54:46.154" v="65"/>
          <ac:spMkLst>
            <pc:docMk/>
            <pc:sldMk cId="0" sldId="256"/>
            <ac:spMk id="59" creationId="{00000000-0000-0000-0000-000000000000}"/>
          </ac:spMkLst>
        </pc:spChg>
        <pc:spChg chg="add del">
          <ac:chgData name="Lucía Rodrigo García" userId="S::uo289990@uniovi.es::b2984f01-85ab-48c4-8b4f-84d2bbf3cf8b" providerId="AD" clId="Web-{B8F8ADD9-2F28-EDEC-E2F1-1C23800FDA8C}" dt="2025-04-12T12:54:46.154" v="64"/>
          <ac:spMkLst>
            <pc:docMk/>
            <pc:sldMk cId="0" sldId="256"/>
            <ac:spMk id="60" creationId="{00000000-0000-0000-0000-000000000000}"/>
          </ac:spMkLst>
        </pc:spChg>
        <pc:spChg chg="add del">
          <ac:chgData name="Lucía Rodrigo García" userId="S::uo289990@uniovi.es::b2984f01-85ab-48c4-8b4f-84d2bbf3cf8b" providerId="AD" clId="Web-{B8F8ADD9-2F28-EDEC-E2F1-1C23800FDA8C}" dt="2025-04-12T12:54:46.154" v="63"/>
          <ac:spMkLst>
            <pc:docMk/>
            <pc:sldMk cId="0" sldId="256"/>
            <ac:spMk id="61" creationId="{00000000-0000-0000-0000-000000000000}"/>
          </ac:spMkLst>
        </pc:spChg>
        <pc:spChg chg="add del">
          <ac:chgData name="Lucía Rodrigo García" userId="S::uo289990@uniovi.es::b2984f01-85ab-48c4-8b4f-84d2bbf3cf8b" providerId="AD" clId="Web-{B8F8ADD9-2F28-EDEC-E2F1-1C23800FDA8C}" dt="2025-04-12T12:54:46.154" v="62"/>
          <ac:spMkLst>
            <pc:docMk/>
            <pc:sldMk cId="0" sldId="256"/>
            <ac:spMk id="62" creationId="{00000000-0000-0000-0000-000000000000}"/>
          </ac:spMkLst>
        </pc:spChg>
        <pc:spChg chg="add del">
          <ac:chgData name="Lucía Rodrigo García" userId="S::uo289990@uniovi.es::b2984f01-85ab-48c4-8b4f-84d2bbf3cf8b" providerId="AD" clId="Web-{B8F8ADD9-2F28-EDEC-E2F1-1C23800FDA8C}" dt="2025-04-12T12:54:46.154" v="61"/>
          <ac:spMkLst>
            <pc:docMk/>
            <pc:sldMk cId="0" sldId="256"/>
            <ac:spMk id="63" creationId="{00000000-0000-0000-0000-000000000000}"/>
          </ac:spMkLst>
        </pc:spChg>
        <pc:spChg chg="add del">
          <ac:chgData name="Lucía Rodrigo García" userId="S::uo289990@uniovi.es::b2984f01-85ab-48c4-8b4f-84d2bbf3cf8b" providerId="AD" clId="Web-{B8F8ADD9-2F28-EDEC-E2F1-1C23800FDA8C}" dt="2025-04-12T12:54:46.154" v="59"/>
          <ac:spMkLst>
            <pc:docMk/>
            <pc:sldMk cId="0" sldId="256"/>
            <ac:spMk id="72" creationId="{00000000-0000-0000-0000-000000000000}"/>
          </ac:spMkLst>
        </pc:spChg>
        <pc:grpChg chg="add del">
          <ac:chgData name="Lucía Rodrigo García" userId="S::uo289990@uniovi.es::b2984f01-85ab-48c4-8b4f-84d2bbf3cf8b" providerId="AD" clId="Web-{B8F8ADD9-2F28-EDEC-E2F1-1C23800FDA8C}" dt="2025-04-12T12:54:46.154" v="60"/>
          <ac:grpSpMkLst>
            <pc:docMk/>
            <pc:sldMk cId="0" sldId="256"/>
            <ac:grpSpMk id="64" creationId="{00000000-0000-0000-0000-000000000000}"/>
          </ac:grpSpMkLst>
        </pc:grpChg>
        <pc:grpChg chg="add del">
          <ac:chgData name="Lucía Rodrigo García" userId="S::uo289990@uniovi.es::b2984f01-85ab-48c4-8b4f-84d2bbf3cf8b" providerId="AD" clId="Web-{B8F8ADD9-2F28-EDEC-E2F1-1C23800FDA8C}" dt="2025-04-12T12:54:46.154" v="54"/>
          <ac:grpSpMkLst>
            <pc:docMk/>
            <pc:sldMk cId="0" sldId="256"/>
            <ac:grpSpMk id="77" creationId="{00000000-0000-0000-0000-000000000000}"/>
          </ac:grpSpMkLst>
        </pc:grpChg>
        <pc:grpChg chg="add del">
          <ac:chgData name="Lucía Rodrigo García" userId="S::uo289990@uniovi.es::b2984f01-85ab-48c4-8b4f-84d2bbf3cf8b" providerId="AD" clId="Web-{B8F8ADD9-2F28-EDEC-E2F1-1C23800FDA8C}" dt="2025-04-12T12:54:46.154" v="53"/>
          <ac:grpSpMkLst>
            <pc:docMk/>
            <pc:sldMk cId="0" sldId="256"/>
            <ac:grpSpMk id="80" creationId="{00000000-0000-0000-0000-000000000000}"/>
          </ac:grpSpMkLst>
        </pc:grpChg>
        <pc:grpChg chg="add del">
          <ac:chgData name="Lucía Rodrigo García" userId="S::uo289990@uniovi.es::b2984f01-85ab-48c4-8b4f-84d2bbf3cf8b" providerId="AD" clId="Web-{B8F8ADD9-2F28-EDEC-E2F1-1C23800FDA8C}" dt="2025-04-12T12:54:46.154" v="52"/>
          <ac:grpSpMkLst>
            <pc:docMk/>
            <pc:sldMk cId="0" sldId="256"/>
            <ac:grpSpMk id="83" creationId="{00000000-0000-0000-0000-000000000000}"/>
          </ac:grpSpMkLst>
        </pc:grpChg>
        <pc:grpChg chg="add del">
          <ac:chgData name="Lucía Rodrigo García" userId="S::uo289990@uniovi.es::b2984f01-85ab-48c4-8b4f-84d2bbf3cf8b" providerId="AD" clId="Web-{B8F8ADD9-2F28-EDEC-E2F1-1C23800FDA8C}" dt="2025-04-12T12:54:48.248" v="66"/>
          <ac:grpSpMkLst>
            <pc:docMk/>
            <pc:sldMk cId="0" sldId="256"/>
            <ac:grpSpMk id="87" creationId="{00000000-0000-0000-0000-000000000000}"/>
          </ac:grpSpMkLst>
        </pc:grpChg>
        <pc:picChg chg="add mod">
          <ac:chgData name="Lucía Rodrigo García" userId="S::uo289990@uniovi.es::b2984f01-85ab-48c4-8b4f-84d2bbf3cf8b" providerId="AD" clId="Web-{B8F8ADD9-2F28-EDEC-E2F1-1C23800FDA8C}" dt="2025-04-12T12:56:15.282" v="75" actId="1076"/>
          <ac:picMkLst>
            <pc:docMk/>
            <pc:sldMk cId="0" sldId="256"/>
            <ac:picMk id="4" creationId="{2A129CA1-A0B5-B049-B863-3D91A63BD877}"/>
          </ac:picMkLst>
        </pc:picChg>
        <pc:cxnChg chg="add del mod">
          <ac:chgData name="Lucía Rodrigo García" userId="S::uo289990@uniovi.es::b2984f01-85ab-48c4-8b4f-84d2bbf3cf8b" providerId="AD" clId="Web-{B8F8ADD9-2F28-EDEC-E2F1-1C23800FDA8C}" dt="2025-04-12T12:54:46.154" v="58"/>
          <ac:cxnSpMkLst>
            <pc:docMk/>
            <pc:sldMk cId="0" sldId="256"/>
            <ac:cxnSpMk id="73" creationId="{00000000-0000-0000-0000-000000000000}"/>
          </ac:cxnSpMkLst>
        </pc:cxnChg>
        <pc:cxnChg chg="add del mod">
          <ac:chgData name="Lucía Rodrigo García" userId="S::uo289990@uniovi.es::b2984f01-85ab-48c4-8b4f-84d2bbf3cf8b" providerId="AD" clId="Web-{B8F8ADD9-2F28-EDEC-E2F1-1C23800FDA8C}" dt="2025-04-12T12:54:46.154" v="57"/>
          <ac:cxnSpMkLst>
            <pc:docMk/>
            <pc:sldMk cId="0" sldId="256"/>
            <ac:cxnSpMk id="74" creationId="{00000000-0000-0000-0000-000000000000}"/>
          </ac:cxnSpMkLst>
        </pc:cxnChg>
        <pc:cxnChg chg="add del mod">
          <ac:chgData name="Lucía Rodrigo García" userId="S::uo289990@uniovi.es::b2984f01-85ab-48c4-8b4f-84d2bbf3cf8b" providerId="AD" clId="Web-{B8F8ADD9-2F28-EDEC-E2F1-1C23800FDA8C}" dt="2025-04-12T12:54:46.154" v="56"/>
          <ac:cxnSpMkLst>
            <pc:docMk/>
            <pc:sldMk cId="0" sldId="256"/>
            <ac:cxnSpMk id="75" creationId="{00000000-0000-0000-0000-000000000000}"/>
          </ac:cxnSpMkLst>
        </pc:cxnChg>
        <pc:cxnChg chg="add del mod">
          <ac:chgData name="Lucía Rodrigo García" userId="S::uo289990@uniovi.es::b2984f01-85ab-48c4-8b4f-84d2bbf3cf8b" providerId="AD" clId="Web-{B8F8ADD9-2F28-EDEC-E2F1-1C23800FDA8C}" dt="2025-04-12T12:54:46.154" v="55"/>
          <ac:cxnSpMkLst>
            <pc:docMk/>
            <pc:sldMk cId="0" sldId="256"/>
            <ac:cxnSpMk id="76" creationId="{00000000-0000-0000-0000-000000000000}"/>
          </ac:cxnSpMkLst>
        </pc:cxnChg>
      </pc:sldChg>
      <pc:sldChg chg="del">
        <pc:chgData name="Lucía Rodrigo García" userId="S::uo289990@uniovi.es::b2984f01-85ab-48c4-8b4f-84d2bbf3cf8b" providerId="AD" clId="Web-{B8F8ADD9-2F28-EDEC-E2F1-1C23800FDA8C}" dt="2025-04-12T15:25:05.223" v="985"/>
        <pc:sldMkLst>
          <pc:docMk/>
          <pc:sldMk cId="0" sldId="265"/>
        </pc:sldMkLst>
      </pc:sldChg>
      <pc:sldChg chg="del">
        <pc:chgData name="Lucía Rodrigo García" userId="S::uo289990@uniovi.es::b2984f01-85ab-48c4-8b4f-84d2bbf3cf8b" providerId="AD" clId="Web-{B8F8ADD9-2F28-EDEC-E2F1-1C23800FDA8C}" dt="2025-04-12T15:25:03.692" v="984"/>
        <pc:sldMkLst>
          <pc:docMk/>
          <pc:sldMk cId="0" sldId="266"/>
        </pc:sldMkLst>
      </pc:sldChg>
      <pc:sldChg chg="del">
        <pc:chgData name="Lucía Rodrigo García" userId="S::uo289990@uniovi.es::b2984f01-85ab-48c4-8b4f-84d2bbf3cf8b" providerId="AD" clId="Web-{B8F8ADD9-2F28-EDEC-E2F1-1C23800FDA8C}" dt="2025-04-12T15:25:02.285" v="983"/>
        <pc:sldMkLst>
          <pc:docMk/>
          <pc:sldMk cId="0" sldId="267"/>
        </pc:sldMkLst>
      </pc:sldChg>
      <pc:sldChg chg="del">
        <pc:chgData name="Lucía Rodrigo García" userId="S::uo289990@uniovi.es::b2984f01-85ab-48c4-8b4f-84d2bbf3cf8b" providerId="AD" clId="Web-{B8F8ADD9-2F28-EDEC-E2F1-1C23800FDA8C}" dt="2025-04-12T15:25:01.457" v="982"/>
        <pc:sldMkLst>
          <pc:docMk/>
          <pc:sldMk cId="0" sldId="268"/>
        </pc:sldMkLst>
      </pc:sldChg>
      <pc:sldChg chg="modSp del">
        <pc:chgData name="Lucía Rodrigo García" userId="S::uo289990@uniovi.es::b2984f01-85ab-48c4-8b4f-84d2bbf3cf8b" providerId="AD" clId="Web-{B8F8ADD9-2F28-EDEC-E2F1-1C23800FDA8C}" dt="2025-04-12T15:24:59.426" v="980"/>
        <pc:sldMkLst>
          <pc:docMk/>
          <pc:sldMk cId="0" sldId="269"/>
        </pc:sldMkLst>
        <pc:spChg chg="mod">
          <ac:chgData name="Lucía Rodrigo García" userId="S::uo289990@uniovi.es::b2984f01-85ab-48c4-8b4f-84d2bbf3cf8b" providerId="AD" clId="Web-{B8F8ADD9-2F28-EDEC-E2F1-1C23800FDA8C}" dt="2025-04-12T14:03:05.697" v="289" actId="20577"/>
          <ac:spMkLst>
            <pc:docMk/>
            <pc:sldMk cId="0" sldId="269"/>
            <ac:spMk id="627" creationId="{00000000-0000-0000-0000-000000000000}"/>
          </ac:spMkLst>
        </pc:spChg>
      </pc:sldChg>
      <pc:sldChg chg="del">
        <pc:chgData name="Lucía Rodrigo García" userId="S::uo289990@uniovi.es::b2984f01-85ab-48c4-8b4f-84d2bbf3cf8b" providerId="AD" clId="Web-{B8F8ADD9-2F28-EDEC-E2F1-1C23800FDA8C}" dt="2025-04-12T15:24:58.442" v="979"/>
        <pc:sldMkLst>
          <pc:docMk/>
          <pc:sldMk cId="0" sldId="270"/>
        </pc:sldMkLst>
      </pc:sldChg>
      <pc:sldChg chg="del">
        <pc:chgData name="Lucía Rodrigo García" userId="S::uo289990@uniovi.es::b2984f01-85ab-48c4-8b4f-84d2bbf3cf8b" providerId="AD" clId="Web-{B8F8ADD9-2F28-EDEC-E2F1-1C23800FDA8C}" dt="2025-04-12T15:24:57.817" v="978"/>
        <pc:sldMkLst>
          <pc:docMk/>
          <pc:sldMk cId="0" sldId="271"/>
        </pc:sldMkLst>
      </pc:sldChg>
      <pc:sldChg chg="del">
        <pc:chgData name="Lucía Rodrigo García" userId="S::uo289990@uniovi.es::b2984f01-85ab-48c4-8b4f-84d2bbf3cf8b" providerId="AD" clId="Web-{B8F8ADD9-2F28-EDEC-E2F1-1C23800FDA8C}" dt="2025-04-12T15:24:57.488" v="977"/>
        <pc:sldMkLst>
          <pc:docMk/>
          <pc:sldMk cId="0" sldId="272"/>
        </pc:sldMkLst>
      </pc:sldChg>
      <pc:sldChg chg="del">
        <pc:chgData name="Lucía Rodrigo García" userId="S::uo289990@uniovi.es::b2984f01-85ab-48c4-8b4f-84d2bbf3cf8b" providerId="AD" clId="Web-{B8F8ADD9-2F28-EDEC-E2F1-1C23800FDA8C}" dt="2025-04-12T15:24:56.379" v="976"/>
        <pc:sldMkLst>
          <pc:docMk/>
          <pc:sldMk cId="0" sldId="273"/>
        </pc:sldMkLst>
      </pc:sldChg>
      <pc:sldChg chg="del">
        <pc:chgData name="Lucía Rodrigo García" userId="S::uo289990@uniovi.es::b2984f01-85ab-48c4-8b4f-84d2bbf3cf8b" providerId="AD" clId="Web-{B8F8ADD9-2F28-EDEC-E2F1-1C23800FDA8C}" dt="2025-04-12T15:24:55.770" v="975"/>
        <pc:sldMkLst>
          <pc:docMk/>
          <pc:sldMk cId="0" sldId="274"/>
        </pc:sldMkLst>
      </pc:sldChg>
      <pc:sldChg chg="del">
        <pc:chgData name="Lucía Rodrigo García" userId="S::uo289990@uniovi.es::b2984f01-85ab-48c4-8b4f-84d2bbf3cf8b" providerId="AD" clId="Web-{B8F8ADD9-2F28-EDEC-E2F1-1C23800FDA8C}" dt="2025-04-12T15:24:55.457" v="974"/>
        <pc:sldMkLst>
          <pc:docMk/>
          <pc:sldMk cId="0" sldId="275"/>
        </pc:sldMkLst>
      </pc:sldChg>
      <pc:sldChg chg="del">
        <pc:chgData name="Lucía Rodrigo García" userId="S::uo289990@uniovi.es::b2984f01-85ab-48c4-8b4f-84d2bbf3cf8b" providerId="AD" clId="Web-{B8F8ADD9-2F28-EDEC-E2F1-1C23800FDA8C}" dt="2025-04-12T15:24:54.098" v="973"/>
        <pc:sldMkLst>
          <pc:docMk/>
          <pc:sldMk cId="0" sldId="276"/>
        </pc:sldMkLst>
      </pc:sldChg>
      <pc:sldChg chg="del">
        <pc:chgData name="Lucía Rodrigo García" userId="S::uo289990@uniovi.es::b2984f01-85ab-48c4-8b4f-84d2bbf3cf8b" providerId="AD" clId="Web-{B8F8ADD9-2F28-EDEC-E2F1-1C23800FDA8C}" dt="2025-04-12T15:24:53.473" v="972"/>
        <pc:sldMkLst>
          <pc:docMk/>
          <pc:sldMk cId="0" sldId="277"/>
        </pc:sldMkLst>
      </pc:sldChg>
      <pc:sldChg chg="del">
        <pc:chgData name="Lucía Rodrigo García" userId="S::uo289990@uniovi.es::b2984f01-85ab-48c4-8b4f-84d2bbf3cf8b" providerId="AD" clId="Web-{B8F8ADD9-2F28-EDEC-E2F1-1C23800FDA8C}" dt="2025-04-12T15:24:52.551" v="971"/>
        <pc:sldMkLst>
          <pc:docMk/>
          <pc:sldMk cId="0" sldId="278"/>
        </pc:sldMkLst>
      </pc:sldChg>
      <pc:sldChg chg="del">
        <pc:chgData name="Lucía Rodrigo García" userId="S::uo289990@uniovi.es::b2984f01-85ab-48c4-8b4f-84d2bbf3cf8b" providerId="AD" clId="Web-{B8F8ADD9-2F28-EDEC-E2F1-1C23800FDA8C}" dt="2025-04-12T15:24:47.707" v="970"/>
        <pc:sldMkLst>
          <pc:docMk/>
          <pc:sldMk cId="0" sldId="279"/>
        </pc:sldMkLst>
      </pc:sldChg>
      <pc:sldChg chg="del">
        <pc:chgData name="Lucía Rodrigo García" userId="S::uo289990@uniovi.es::b2984f01-85ab-48c4-8b4f-84d2bbf3cf8b" providerId="AD" clId="Web-{B8F8ADD9-2F28-EDEC-E2F1-1C23800FDA8C}" dt="2025-04-12T15:24:46.582" v="969"/>
        <pc:sldMkLst>
          <pc:docMk/>
          <pc:sldMk cId="0" sldId="280"/>
        </pc:sldMkLst>
      </pc:sldChg>
      <pc:sldChg chg="del">
        <pc:chgData name="Lucía Rodrigo García" userId="S::uo289990@uniovi.es::b2984f01-85ab-48c4-8b4f-84d2bbf3cf8b" providerId="AD" clId="Web-{B8F8ADD9-2F28-EDEC-E2F1-1C23800FDA8C}" dt="2025-04-12T15:24:43.113" v="968"/>
        <pc:sldMkLst>
          <pc:docMk/>
          <pc:sldMk cId="0" sldId="281"/>
        </pc:sldMkLst>
      </pc:sldChg>
      <pc:sldChg chg="del">
        <pc:chgData name="Lucía Rodrigo García" userId="S::uo289990@uniovi.es::b2984f01-85ab-48c4-8b4f-84d2bbf3cf8b" providerId="AD" clId="Web-{B8F8ADD9-2F28-EDEC-E2F1-1C23800FDA8C}" dt="2025-04-12T15:24:41.269" v="967"/>
        <pc:sldMkLst>
          <pc:docMk/>
          <pc:sldMk cId="0" sldId="282"/>
        </pc:sldMkLst>
      </pc:sldChg>
      <pc:sldChg chg="del">
        <pc:chgData name="Lucía Rodrigo García" userId="S::uo289990@uniovi.es::b2984f01-85ab-48c4-8b4f-84d2bbf3cf8b" providerId="AD" clId="Web-{B8F8ADD9-2F28-EDEC-E2F1-1C23800FDA8C}" dt="2025-04-12T15:24:39.425" v="966"/>
        <pc:sldMkLst>
          <pc:docMk/>
          <pc:sldMk cId="0" sldId="283"/>
        </pc:sldMkLst>
      </pc:sldChg>
      <pc:sldChg chg="del">
        <pc:chgData name="Lucía Rodrigo García" userId="S::uo289990@uniovi.es::b2984f01-85ab-48c4-8b4f-84d2bbf3cf8b" providerId="AD" clId="Web-{B8F8ADD9-2F28-EDEC-E2F1-1C23800FDA8C}" dt="2025-04-12T15:24:37.269" v="965"/>
        <pc:sldMkLst>
          <pc:docMk/>
          <pc:sldMk cId="0" sldId="284"/>
        </pc:sldMkLst>
      </pc:sldChg>
      <pc:sldChg chg="del">
        <pc:chgData name="Lucía Rodrigo García" userId="S::uo289990@uniovi.es::b2984f01-85ab-48c4-8b4f-84d2bbf3cf8b" providerId="AD" clId="Web-{B8F8ADD9-2F28-EDEC-E2F1-1C23800FDA8C}" dt="2025-04-12T15:24:36.113" v="964"/>
        <pc:sldMkLst>
          <pc:docMk/>
          <pc:sldMk cId="0" sldId="285"/>
        </pc:sldMkLst>
      </pc:sldChg>
      <pc:sldChg chg="del">
        <pc:chgData name="Lucía Rodrigo García" userId="S::uo289990@uniovi.es::b2984f01-85ab-48c4-8b4f-84d2bbf3cf8b" providerId="AD" clId="Web-{B8F8ADD9-2F28-EDEC-E2F1-1C23800FDA8C}" dt="2025-04-12T15:24:36.019" v="963"/>
        <pc:sldMkLst>
          <pc:docMk/>
          <pc:sldMk cId="0" sldId="286"/>
        </pc:sldMkLst>
      </pc:sldChg>
      <pc:sldChg chg="del">
        <pc:chgData name="Lucía Rodrigo García" userId="S::uo289990@uniovi.es::b2984f01-85ab-48c4-8b4f-84d2bbf3cf8b" providerId="AD" clId="Web-{B8F8ADD9-2F28-EDEC-E2F1-1C23800FDA8C}" dt="2025-04-12T15:24:33.425" v="962"/>
        <pc:sldMkLst>
          <pc:docMk/>
          <pc:sldMk cId="0" sldId="289"/>
        </pc:sldMkLst>
      </pc:sldChg>
      <pc:sldChg chg="modSp">
        <pc:chgData name="Lucía Rodrigo García" userId="S::uo289990@uniovi.es::b2984f01-85ab-48c4-8b4f-84d2bbf3cf8b" providerId="AD" clId="Web-{B8F8ADD9-2F28-EDEC-E2F1-1C23800FDA8C}" dt="2025-04-12T12:35:01.416" v="11" actId="1076"/>
        <pc:sldMkLst>
          <pc:docMk/>
          <pc:sldMk cId="3501509408" sldId="291"/>
        </pc:sldMkLst>
        <pc:spChg chg="mod">
          <ac:chgData name="Lucía Rodrigo García" userId="S::uo289990@uniovi.es::b2984f01-85ab-48c4-8b4f-84d2bbf3cf8b" providerId="AD" clId="Web-{B8F8ADD9-2F28-EDEC-E2F1-1C23800FDA8C}" dt="2025-04-12T12:34:49.290" v="0" actId="1076"/>
          <ac:spMkLst>
            <pc:docMk/>
            <pc:sldMk cId="3501509408" sldId="291"/>
            <ac:spMk id="285" creationId="{7B3E342D-DF92-DBDA-845F-BE4394A93699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2:34:49.290" v="1" actId="1076"/>
          <ac:spMkLst>
            <pc:docMk/>
            <pc:sldMk cId="3501509408" sldId="291"/>
            <ac:spMk id="287" creationId="{C0FEB13A-02B5-5FC9-D8C9-F9065D0C09BB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2:34:49.290" v="2" actId="1076"/>
          <ac:spMkLst>
            <pc:docMk/>
            <pc:sldMk cId="3501509408" sldId="291"/>
            <ac:spMk id="288" creationId="{4BDB8755-EEA9-A463-5766-B4F09EDFA6FC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2:34:49.306" v="3" actId="1076"/>
          <ac:spMkLst>
            <pc:docMk/>
            <pc:sldMk cId="3501509408" sldId="291"/>
            <ac:spMk id="289" creationId="{8F5A5AD4-0B31-9BD0-BB5C-4CC875D91FC1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2:35:01.416" v="11" actId="1076"/>
          <ac:spMkLst>
            <pc:docMk/>
            <pc:sldMk cId="3501509408" sldId="291"/>
            <ac:spMk id="290" creationId="{8979BD6E-D699-DC2C-2F4F-737CDE976925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2:34:49.306" v="4" actId="1076"/>
          <ac:spMkLst>
            <pc:docMk/>
            <pc:sldMk cId="3501509408" sldId="291"/>
            <ac:spMk id="291" creationId="{821EB354-3F27-1E07-EDDB-C101B909EFA0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2:34:49.306" v="5" actId="1076"/>
          <ac:spMkLst>
            <pc:docMk/>
            <pc:sldMk cId="3501509408" sldId="291"/>
            <ac:spMk id="292" creationId="{23A96FD7-0D72-E8F5-84D3-98F8310F4FAC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2:34:49.322" v="6" actId="1076"/>
          <ac:spMkLst>
            <pc:docMk/>
            <pc:sldMk cId="3501509408" sldId="291"/>
            <ac:spMk id="293" creationId="{2E6E484F-4BE1-B980-5FE9-D60AE7761EE7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2:34:49.322" v="7" actId="1076"/>
          <ac:spMkLst>
            <pc:docMk/>
            <pc:sldMk cId="3501509408" sldId="291"/>
            <ac:spMk id="294" creationId="{FBED1F51-0308-637A-0A4C-80C7E2A6786A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2:34:49.322" v="8" actId="1076"/>
          <ac:spMkLst>
            <pc:docMk/>
            <pc:sldMk cId="3501509408" sldId="291"/>
            <ac:spMk id="295" creationId="{81F18491-AF26-303E-B702-199583B9C183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2:34:49.337" v="9" actId="1076"/>
          <ac:spMkLst>
            <pc:docMk/>
            <pc:sldMk cId="3501509408" sldId="291"/>
            <ac:spMk id="296" creationId="{9E18C6A3-CA0D-2B30-E928-2DFE579483DD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2:34:49.337" v="10" actId="1076"/>
          <ac:spMkLst>
            <pc:docMk/>
            <pc:sldMk cId="3501509408" sldId="291"/>
            <ac:spMk id="297" creationId="{E8BE27E0-F34A-5327-F217-76D753DD1A72}"/>
          </ac:spMkLst>
        </pc:spChg>
      </pc:sldChg>
      <pc:sldChg chg="modSp">
        <pc:chgData name="Lucía Rodrigo García" userId="S::uo289990@uniovi.es::b2984f01-85ab-48c4-8b4f-84d2bbf3cf8b" providerId="AD" clId="Web-{B8F8ADD9-2F28-EDEC-E2F1-1C23800FDA8C}" dt="2025-04-12T13:51:33.747" v="161"/>
        <pc:sldMkLst>
          <pc:docMk/>
          <pc:sldMk cId="331060147" sldId="292"/>
        </pc:sldMkLst>
        <pc:graphicFrameChg chg="mod modGraphic">
          <ac:chgData name="Lucía Rodrigo García" userId="S::uo289990@uniovi.es::b2984f01-85ab-48c4-8b4f-84d2bbf3cf8b" providerId="AD" clId="Web-{B8F8ADD9-2F28-EDEC-E2F1-1C23800FDA8C}" dt="2025-04-12T13:51:33.747" v="161"/>
          <ac:graphicFrameMkLst>
            <pc:docMk/>
            <pc:sldMk cId="331060147" sldId="292"/>
            <ac:graphicFrameMk id="3" creationId="{05E96C08-7EC8-53A8-EC35-F8C31BCAA0E5}"/>
          </ac:graphicFrameMkLst>
        </pc:graphicFrameChg>
      </pc:sldChg>
      <pc:sldChg chg="addSp delSp modSp">
        <pc:chgData name="Lucía Rodrigo García" userId="S::uo289990@uniovi.es::b2984f01-85ab-48c4-8b4f-84d2bbf3cf8b" providerId="AD" clId="Web-{B8F8ADD9-2F28-EDEC-E2F1-1C23800FDA8C}" dt="2025-04-12T12:51:04.490" v="13"/>
        <pc:sldMkLst>
          <pc:docMk/>
          <pc:sldMk cId="1117769237" sldId="302"/>
        </pc:sldMkLst>
        <pc:spChg chg="add mod">
          <ac:chgData name="Lucía Rodrigo García" userId="S::uo289990@uniovi.es::b2984f01-85ab-48c4-8b4f-84d2bbf3cf8b" providerId="AD" clId="Web-{B8F8ADD9-2F28-EDEC-E2F1-1C23800FDA8C}" dt="2025-04-12T12:51:04.490" v="13"/>
          <ac:spMkLst>
            <pc:docMk/>
            <pc:sldMk cId="1117769237" sldId="302"/>
            <ac:spMk id="5" creationId="{4A385566-9661-13BA-572E-5AA851E26D26}"/>
          </ac:spMkLst>
        </pc:spChg>
        <pc:spChg chg="del mod">
          <ac:chgData name="Lucía Rodrigo García" userId="S::uo289990@uniovi.es::b2984f01-85ab-48c4-8b4f-84d2bbf3cf8b" providerId="AD" clId="Web-{B8F8ADD9-2F28-EDEC-E2F1-1C23800FDA8C}" dt="2025-04-12T12:51:04.490" v="13"/>
          <ac:spMkLst>
            <pc:docMk/>
            <pc:sldMk cId="1117769237" sldId="302"/>
            <ac:spMk id="815" creationId="{86EC58CF-5B95-164B-A0F3-C433089F1BFF}"/>
          </ac:spMkLst>
        </pc:spChg>
      </pc:sldChg>
      <pc:sldChg chg="delSp modSp">
        <pc:chgData name="Lucía Rodrigo García" userId="S::uo289990@uniovi.es::b2984f01-85ab-48c4-8b4f-84d2bbf3cf8b" providerId="AD" clId="Web-{B8F8ADD9-2F28-EDEC-E2F1-1C23800FDA8C}" dt="2025-04-12T15:06:41.277" v="961" actId="20577"/>
        <pc:sldMkLst>
          <pc:docMk/>
          <pc:sldMk cId="1058413435" sldId="304"/>
        </pc:sldMkLst>
        <pc:spChg chg="mod">
          <ac:chgData name="Lucía Rodrigo García" userId="S::uo289990@uniovi.es::b2984f01-85ab-48c4-8b4f-84d2bbf3cf8b" providerId="AD" clId="Web-{B8F8ADD9-2F28-EDEC-E2F1-1C23800FDA8C}" dt="2025-04-12T14:30:32.341" v="581" actId="20577"/>
          <ac:spMkLst>
            <pc:docMk/>
            <pc:sldMk cId="1058413435" sldId="304"/>
            <ac:spMk id="103" creationId="{FE559A72-7569-6A0D-A9D7-18BF5C9369CF}"/>
          </ac:spMkLst>
        </pc:spChg>
        <pc:spChg chg="del mod">
          <ac:chgData name="Lucía Rodrigo García" userId="S::uo289990@uniovi.es::b2984f01-85ab-48c4-8b4f-84d2bbf3cf8b" providerId="AD" clId="Web-{B8F8ADD9-2F28-EDEC-E2F1-1C23800FDA8C}" dt="2025-04-12T13:46:44.252" v="94"/>
          <ac:spMkLst>
            <pc:docMk/>
            <pc:sldMk cId="1058413435" sldId="304"/>
            <ac:spMk id="105" creationId="{A1C0CA81-4555-366A-BABE-1ADCC328F5CC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5:06:41.277" v="961" actId="20577"/>
          <ac:spMkLst>
            <pc:docMk/>
            <pc:sldMk cId="1058413435" sldId="304"/>
            <ac:spMk id="124" creationId="{A4E2EBF1-4C3F-8BCB-1953-6148AF584E48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4:29:49.105" v="578" actId="20577"/>
          <ac:spMkLst>
            <pc:docMk/>
            <pc:sldMk cId="1058413435" sldId="304"/>
            <ac:spMk id="126" creationId="{CF8A0F6B-8E28-4E69-5DED-8E5AD095F9E5}"/>
          </ac:spMkLst>
        </pc:spChg>
      </pc:sldChg>
      <pc:sldChg chg="delSp modSp add del replId">
        <pc:chgData name="Lucía Rodrigo García" userId="S::uo289990@uniovi.es::b2984f01-85ab-48c4-8b4f-84d2bbf3cf8b" providerId="AD" clId="Web-{B8F8ADD9-2F28-EDEC-E2F1-1C23800FDA8C}" dt="2025-04-12T13:47:45.223" v="109"/>
        <pc:sldMkLst>
          <pc:docMk/>
          <pc:sldMk cId="289199749" sldId="307"/>
        </pc:sldMkLst>
        <pc:spChg chg="del mod">
          <ac:chgData name="Lucía Rodrigo García" userId="S::uo289990@uniovi.es::b2984f01-85ab-48c4-8b4f-84d2bbf3cf8b" providerId="AD" clId="Web-{B8F8ADD9-2F28-EDEC-E2F1-1C23800FDA8C}" dt="2025-04-12T13:46:32.673" v="92"/>
          <ac:spMkLst>
            <pc:docMk/>
            <pc:sldMk cId="289199749" sldId="307"/>
            <ac:spMk id="105" creationId="{448E55E0-BCC6-0322-C4D6-D290E4158EB8}"/>
          </ac:spMkLst>
        </pc:spChg>
      </pc:sldChg>
      <pc:sldChg chg="modSp add replId">
        <pc:chgData name="Lucía Rodrigo García" userId="S::uo289990@uniovi.es::b2984f01-85ab-48c4-8b4f-84d2bbf3cf8b" providerId="AD" clId="Web-{B8F8ADD9-2F28-EDEC-E2F1-1C23800FDA8C}" dt="2025-04-12T14:29:38.495" v="562" actId="20577"/>
        <pc:sldMkLst>
          <pc:docMk/>
          <pc:sldMk cId="834643266" sldId="308"/>
        </pc:sldMkLst>
        <pc:spChg chg="mod">
          <ac:chgData name="Lucía Rodrigo García" userId="S::uo289990@uniovi.es::b2984f01-85ab-48c4-8b4f-84d2bbf3cf8b" providerId="AD" clId="Web-{B8F8ADD9-2F28-EDEC-E2F1-1C23800FDA8C}" dt="2025-04-12T13:53:56.939" v="205" actId="14100"/>
          <ac:spMkLst>
            <pc:docMk/>
            <pc:sldMk cId="834643266" sldId="308"/>
            <ac:spMk id="103" creationId="{001021AE-3A83-8029-9B68-9A348C349D74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3:56:07.178" v="230" actId="20577"/>
          <ac:spMkLst>
            <pc:docMk/>
            <pc:sldMk cId="834643266" sldId="308"/>
            <ac:spMk id="124" creationId="{670ACCCC-D350-D147-0A2B-15A039C43BA7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4:29:38.495" v="562" actId="20577"/>
          <ac:spMkLst>
            <pc:docMk/>
            <pc:sldMk cId="834643266" sldId="308"/>
            <ac:spMk id="126" creationId="{FE72D99D-306B-5373-CD53-42D3DA6EFC70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3:49:28.195" v="120" actId="20577"/>
          <ac:spMkLst>
            <pc:docMk/>
            <pc:sldMk cId="834643266" sldId="308"/>
            <ac:spMk id="127" creationId="{A9F141D9-3909-9AE0-E027-851922268AC6}"/>
          </ac:spMkLst>
        </pc:spChg>
      </pc:sldChg>
      <pc:sldChg chg="modSp add del replId">
        <pc:chgData name="Lucía Rodrigo García" userId="S::uo289990@uniovi.es::b2984f01-85ab-48c4-8b4f-84d2bbf3cf8b" providerId="AD" clId="Web-{B8F8ADD9-2F28-EDEC-E2F1-1C23800FDA8C}" dt="2025-04-12T15:25:00.098" v="981"/>
        <pc:sldMkLst>
          <pc:docMk/>
          <pc:sldMk cId="2622837536" sldId="309"/>
        </pc:sldMkLst>
        <pc:spChg chg="mod">
          <ac:chgData name="Lucía Rodrigo García" userId="S::uo289990@uniovi.es::b2984f01-85ab-48c4-8b4f-84d2bbf3cf8b" providerId="AD" clId="Web-{B8F8ADD9-2F28-EDEC-E2F1-1C23800FDA8C}" dt="2025-04-12T13:58:55.125" v="255" actId="20577"/>
          <ac:spMkLst>
            <pc:docMk/>
            <pc:sldMk cId="2622837536" sldId="309"/>
            <ac:spMk id="583" creationId="{17E61461-BFC5-6135-E866-88F62565460F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4:00:01.080" v="274" actId="20577"/>
          <ac:spMkLst>
            <pc:docMk/>
            <pc:sldMk cId="2622837536" sldId="309"/>
            <ac:spMk id="584" creationId="{CBC4761B-5DDA-9855-2047-18563F3F8E2D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4:02:59.119" v="288" actId="20577"/>
          <ac:spMkLst>
            <pc:docMk/>
            <pc:sldMk cId="2622837536" sldId="309"/>
            <ac:spMk id="586" creationId="{9119BC61-61CC-A8A0-8289-1E1EFD1A41D7}"/>
          </ac:spMkLst>
        </pc:spChg>
      </pc:sldChg>
      <pc:sldChg chg="addSp delSp modSp add ord replId">
        <pc:chgData name="Lucía Rodrigo García" userId="S::uo289990@uniovi.es::b2984f01-85ab-48c4-8b4f-84d2bbf3cf8b" providerId="AD" clId="Web-{B8F8ADD9-2F28-EDEC-E2F1-1C23800FDA8C}" dt="2025-04-12T14:34:35.823" v="592" actId="1076"/>
        <pc:sldMkLst>
          <pc:docMk/>
          <pc:sldMk cId="3276258281" sldId="310"/>
        </pc:sldMkLst>
        <pc:spChg chg="del">
          <ac:chgData name="Lucía Rodrigo García" userId="S::uo289990@uniovi.es::b2984f01-85ab-48c4-8b4f-84d2bbf3cf8b" providerId="AD" clId="Web-{B8F8ADD9-2F28-EDEC-E2F1-1C23800FDA8C}" dt="2025-04-12T14:03:31.620" v="357"/>
          <ac:spMkLst>
            <pc:docMk/>
            <pc:sldMk cId="3276258281" sldId="310"/>
            <ac:spMk id="624" creationId="{E12E6771-6AAF-E1D3-B85A-B2B8FCD4D018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56"/>
          <ac:spMkLst>
            <pc:docMk/>
            <pc:sldMk cId="3276258281" sldId="310"/>
            <ac:spMk id="625" creationId="{AF180D4A-B32B-869B-CAF2-B6CC5CBE45AC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55"/>
          <ac:spMkLst>
            <pc:docMk/>
            <pc:sldMk cId="3276258281" sldId="310"/>
            <ac:spMk id="626" creationId="{55533202-7828-59E1-1CBD-3596BC4CE9FA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4:20:24.380" v="550" actId="1076"/>
          <ac:spMkLst>
            <pc:docMk/>
            <pc:sldMk cId="3276258281" sldId="310"/>
            <ac:spMk id="627" creationId="{28BE9756-7641-7261-854E-9D1C8CA18B6E}"/>
          </ac:spMkLst>
        </pc:spChg>
        <pc:spChg chg="del mod">
          <ac:chgData name="Lucía Rodrigo García" userId="S::uo289990@uniovi.es::b2984f01-85ab-48c4-8b4f-84d2bbf3cf8b" providerId="AD" clId="Web-{B8F8ADD9-2F28-EDEC-E2F1-1C23800FDA8C}" dt="2025-04-12T14:07:10.379" v="405"/>
          <ac:spMkLst>
            <pc:docMk/>
            <pc:sldMk cId="3276258281" sldId="310"/>
            <ac:spMk id="628" creationId="{C5FB602E-41DC-5DDE-63B9-E6E4EA30AD59}"/>
          </ac:spMkLst>
        </pc:spChg>
        <pc:spChg chg="del mod">
          <ac:chgData name="Lucía Rodrigo García" userId="S::uo289990@uniovi.es::b2984f01-85ab-48c4-8b4f-84d2bbf3cf8b" providerId="AD" clId="Web-{B8F8ADD9-2F28-EDEC-E2F1-1C23800FDA8C}" dt="2025-04-12T14:07:10.379" v="404"/>
          <ac:spMkLst>
            <pc:docMk/>
            <pc:sldMk cId="3276258281" sldId="310"/>
            <ac:spMk id="629" creationId="{53681C26-5E49-10C9-1F57-547E20FEAE72}"/>
          </ac:spMkLst>
        </pc:spChg>
        <pc:spChg chg="del mod">
          <ac:chgData name="Lucía Rodrigo García" userId="S::uo289990@uniovi.es::b2984f01-85ab-48c4-8b4f-84d2bbf3cf8b" providerId="AD" clId="Web-{B8F8ADD9-2F28-EDEC-E2F1-1C23800FDA8C}" dt="2025-04-12T14:07:10.379" v="403"/>
          <ac:spMkLst>
            <pc:docMk/>
            <pc:sldMk cId="3276258281" sldId="310"/>
            <ac:spMk id="630" creationId="{3BA81A91-D448-A057-5AE9-F36291F46307}"/>
          </ac:spMkLst>
        </pc:spChg>
        <pc:spChg chg="del mod">
          <ac:chgData name="Lucía Rodrigo García" userId="S::uo289990@uniovi.es::b2984f01-85ab-48c4-8b4f-84d2bbf3cf8b" providerId="AD" clId="Web-{B8F8ADD9-2F28-EDEC-E2F1-1C23800FDA8C}" dt="2025-04-12T14:07:13.239" v="406"/>
          <ac:spMkLst>
            <pc:docMk/>
            <pc:sldMk cId="3276258281" sldId="310"/>
            <ac:spMk id="631" creationId="{562EE959-B5F0-7BEB-1E16-D90F3AF22CD8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4:15:30.682" v="484"/>
          <ac:spMkLst>
            <pc:docMk/>
            <pc:sldMk cId="3276258281" sldId="310"/>
            <ac:spMk id="632" creationId="{364A2F65-4C61-03D9-28B5-0ADEC06029AC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4:18:06.985" v="526" actId="14100"/>
          <ac:spMkLst>
            <pc:docMk/>
            <pc:sldMk cId="3276258281" sldId="310"/>
            <ac:spMk id="633" creationId="{1FC4066A-225B-81E0-4303-F6D0EA15CD90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4:34:14.041" v="585" actId="1076"/>
          <ac:spMkLst>
            <pc:docMk/>
            <pc:sldMk cId="3276258281" sldId="310"/>
            <ac:spMk id="634" creationId="{9834E783-D650-0462-E1FC-9F219118AD49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4:34:14.073" v="586" actId="1076"/>
          <ac:spMkLst>
            <pc:docMk/>
            <pc:sldMk cId="3276258281" sldId="310"/>
            <ac:spMk id="635" creationId="{37FB918C-8C32-4E5F-4F09-86F05B005B08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4:34:14.088" v="587" actId="1076"/>
          <ac:spMkLst>
            <pc:docMk/>
            <pc:sldMk cId="3276258281" sldId="310"/>
            <ac:spMk id="636" creationId="{33515B9F-CB02-E014-DB12-161EEBF97A84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4:34:14.104" v="588" actId="1076"/>
          <ac:spMkLst>
            <pc:docMk/>
            <pc:sldMk cId="3276258281" sldId="310"/>
            <ac:spMk id="637" creationId="{74409CC7-F0E7-DA6F-4492-FB86FCFCB56B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4:34:14.120" v="589" actId="1076"/>
          <ac:spMkLst>
            <pc:docMk/>
            <pc:sldMk cId="3276258281" sldId="310"/>
            <ac:spMk id="638" creationId="{580D5E98-76F3-0AF6-03C1-6D41E236CFBC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4:34:14.135" v="590" actId="1076"/>
          <ac:spMkLst>
            <pc:docMk/>
            <pc:sldMk cId="3276258281" sldId="310"/>
            <ac:spMk id="639" creationId="{49D95516-1BD2-0801-73BD-0402C464AD26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54"/>
          <ac:spMkLst>
            <pc:docMk/>
            <pc:sldMk cId="3276258281" sldId="310"/>
            <ac:spMk id="640" creationId="{905B7155-8216-E63F-EF51-96DCCF05D36C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53"/>
          <ac:spMkLst>
            <pc:docMk/>
            <pc:sldMk cId="3276258281" sldId="310"/>
            <ac:spMk id="641" creationId="{1AE28DD9-BAEC-8E12-5741-2391D332ED8D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52"/>
          <ac:spMkLst>
            <pc:docMk/>
            <pc:sldMk cId="3276258281" sldId="310"/>
            <ac:spMk id="642" creationId="{BFBC5E96-1826-DCCC-6F76-C2E1A0E16786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51"/>
          <ac:spMkLst>
            <pc:docMk/>
            <pc:sldMk cId="3276258281" sldId="310"/>
            <ac:spMk id="643" creationId="{C58BC585-564E-3579-2B35-7AFE7A90D40A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50"/>
          <ac:spMkLst>
            <pc:docMk/>
            <pc:sldMk cId="3276258281" sldId="310"/>
            <ac:spMk id="644" creationId="{C8C6D4E1-6F79-46D2-2859-87A26F5B5777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49"/>
          <ac:spMkLst>
            <pc:docMk/>
            <pc:sldMk cId="3276258281" sldId="310"/>
            <ac:spMk id="645" creationId="{BF07A5C9-1FC2-AEA0-FE84-192FFA77D61E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48"/>
          <ac:spMkLst>
            <pc:docMk/>
            <pc:sldMk cId="3276258281" sldId="310"/>
            <ac:spMk id="646" creationId="{AEA5CEE7-224E-796E-F2BB-BBBCEF89215A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47"/>
          <ac:spMkLst>
            <pc:docMk/>
            <pc:sldMk cId="3276258281" sldId="310"/>
            <ac:spMk id="647" creationId="{B40CEF97-4989-6B88-A270-803DC889A4AF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46"/>
          <ac:spMkLst>
            <pc:docMk/>
            <pc:sldMk cId="3276258281" sldId="310"/>
            <ac:spMk id="648" creationId="{F5BB397C-9FB5-0611-99B4-1FF9FCACF6F4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45"/>
          <ac:spMkLst>
            <pc:docMk/>
            <pc:sldMk cId="3276258281" sldId="310"/>
            <ac:spMk id="649" creationId="{FFEEDDBB-D761-8821-D549-831D41AF4FB1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44"/>
          <ac:spMkLst>
            <pc:docMk/>
            <pc:sldMk cId="3276258281" sldId="310"/>
            <ac:spMk id="650" creationId="{16031BFC-D601-002B-7E96-F6B9FE39D286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43"/>
          <ac:spMkLst>
            <pc:docMk/>
            <pc:sldMk cId="3276258281" sldId="310"/>
            <ac:spMk id="651" creationId="{068C9165-C114-C758-54F6-FBCC12C78E06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42"/>
          <ac:spMkLst>
            <pc:docMk/>
            <pc:sldMk cId="3276258281" sldId="310"/>
            <ac:spMk id="652" creationId="{F6ED7235-CD98-C67F-C6CF-24AB0002650D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41"/>
          <ac:spMkLst>
            <pc:docMk/>
            <pc:sldMk cId="3276258281" sldId="310"/>
            <ac:spMk id="653" creationId="{CF82523E-048A-9CF3-A962-83F12C296224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40"/>
          <ac:spMkLst>
            <pc:docMk/>
            <pc:sldMk cId="3276258281" sldId="310"/>
            <ac:spMk id="654" creationId="{B92020BF-5D57-7BFB-C4BA-A1CA4E6D968A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39"/>
          <ac:spMkLst>
            <pc:docMk/>
            <pc:sldMk cId="3276258281" sldId="310"/>
            <ac:spMk id="655" creationId="{50036DCB-1C8E-E50D-4C9E-2850439D0297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38"/>
          <ac:spMkLst>
            <pc:docMk/>
            <pc:sldMk cId="3276258281" sldId="310"/>
            <ac:spMk id="656" creationId="{5B673E37-5816-B971-0090-6081B273EFCE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37"/>
          <ac:spMkLst>
            <pc:docMk/>
            <pc:sldMk cId="3276258281" sldId="310"/>
            <ac:spMk id="657" creationId="{4F1EDE11-9180-E6AA-D9F5-0EFF81E604DF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36"/>
          <ac:spMkLst>
            <pc:docMk/>
            <pc:sldMk cId="3276258281" sldId="310"/>
            <ac:spMk id="658" creationId="{FB9E3C0C-2C39-44C7-0C75-E093821F8733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35"/>
          <ac:spMkLst>
            <pc:docMk/>
            <pc:sldMk cId="3276258281" sldId="310"/>
            <ac:spMk id="659" creationId="{7CA2E4C8-8373-33CE-5896-FBEC2EBAF3DA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34"/>
          <ac:spMkLst>
            <pc:docMk/>
            <pc:sldMk cId="3276258281" sldId="310"/>
            <ac:spMk id="660" creationId="{28C7F1C6-2563-5435-B72D-C2DAD327421A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33"/>
          <ac:spMkLst>
            <pc:docMk/>
            <pc:sldMk cId="3276258281" sldId="310"/>
            <ac:spMk id="661" creationId="{D49A4D06-FEC3-11E8-F3BA-8DA1CADA9C35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32"/>
          <ac:spMkLst>
            <pc:docMk/>
            <pc:sldMk cId="3276258281" sldId="310"/>
            <ac:spMk id="662" creationId="{E25C2C47-35FE-2131-6E61-AC8D58AC2E44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31"/>
          <ac:spMkLst>
            <pc:docMk/>
            <pc:sldMk cId="3276258281" sldId="310"/>
            <ac:spMk id="663" creationId="{9388DB6F-1532-DEC9-7856-1A0E35C12BD2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30"/>
          <ac:spMkLst>
            <pc:docMk/>
            <pc:sldMk cId="3276258281" sldId="310"/>
            <ac:spMk id="664" creationId="{C86242DC-6EAD-3D0D-B510-423906847F8B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29"/>
          <ac:spMkLst>
            <pc:docMk/>
            <pc:sldMk cId="3276258281" sldId="310"/>
            <ac:spMk id="665" creationId="{91DB63A6-1AC1-AF7D-2357-A220BDA713FC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28"/>
          <ac:spMkLst>
            <pc:docMk/>
            <pc:sldMk cId="3276258281" sldId="310"/>
            <ac:spMk id="666" creationId="{8290FFD3-061E-A563-D698-C43CF5E9FE8D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27"/>
          <ac:spMkLst>
            <pc:docMk/>
            <pc:sldMk cId="3276258281" sldId="310"/>
            <ac:spMk id="667" creationId="{F72EEC6D-B112-8A63-683E-4DBFE2BF7596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26"/>
          <ac:spMkLst>
            <pc:docMk/>
            <pc:sldMk cId="3276258281" sldId="310"/>
            <ac:spMk id="668" creationId="{6E20DB43-9C13-C304-8C79-76D47D91C986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25"/>
          <ac:spMkLst>
            <pc:docMk/>
            <pc:sldMk cId="3276258281" sldId="310"/>
            <ac:spMk id="669" creationId="{1B3EB084-7D59-F6E5-F7C9-847DBDFCCFB7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24"/>
          <ac:spMkLst>
            <pc:docMk/>
            <pc:sldMk cId="3276258281" sldId="310"/>
            <ac:spMk id="670" creationId="{5D5A7FFC-91CD-06F7-4A9F-4671376564A8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23"/>
          <ac:spMkLst>
            <pc:docMk/>
            <pc:sldMk cId="3276258281" sldId="310"/>
            <ac:spMk id="671" creationId="{50F443CA-4727-D40C-67B9-06A979CE0395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22"/>
          <ac:spMkLst>
            <pc:docMk/>
            <pc:sldMk cId="3276258281" sldId="310"/>
            <ac:spMk id="672" creationId="{398DB7DA-F3C5-5616-13E9-402F98F9D9B3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21"/>
          <ac:spMkLst>
            <pc:docMk/>
            <pc:sldMk cId="3276258281" sldId="310"/>
            <ac:spMk id="673" creationId="{9ABFEA8F-8651-EB22-CB1C-77A1212A82D8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20"/>
          <ac:spMkLst>
            <pc:docMk/>
            <pc:sldMk cId="3276258281" sldId="310"/>
            <ac:spMk id="674" creationId="{8DA8F61D-2F15-4E70-6550-1D37F3110EB9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19"/>
          <ac:spMkLst>
            <pc:docMk/>
            <pc:sldMk cId="3276258281" sldId="310"/>
            <ac:spMk id="675" creationId="{F4E5DCB2-A46E-837E-A8DB-020D32619BDA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18"/>
          <ac:spMkLst>
            <pc:docMk/>
            <pc:sldMk cId="3276258281" sldId="310"/>
            <ac:spMk id="676" creationId="{07735CA5-E644-4BA9-567E-C60671C1C294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17"/>
          <ac:spMkLst>
            <pc:docMk/>
            <pc:sldMk cId="3276258281" sldId="310"/>
            <ac:spMk id="677" creationId="{21637D83-8C6E-DB13-3DDF-0ECF13438BC1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20" v="316"/>
          <ac:spMkLst>
            <pc:docMk/>
            <pc:sldMk cId="3276258281" sldId="310"/>
            <ac:spMk id="678" creationId="{1D2921D4-6312-ED22-EF9F-6796877C42EC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05" v="315"/>
          <ac:spMkLst>
            <pc:docMk/>
            <pc:sldMk cId="3276258281" sldId="310"/>
            <ac:spMk id="679" creationId="{4AF1DDE2-14DA-7DDF-AC4D-EB261A3A1420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05" v="314"/>
          <ac:spMkLst>
            <pc:docMk/>
            <pc:sldMk cId="3276258281" sldId="310"/>
            <ac:spMk id="680" creationId="{63311388-5B1D-1292-BDA4-09CD4913B078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05" v="313"/>
          <ac:spMkLst>
            <pc:docMk/>
            <pc:sldMk cId="3276258281" sldId="310"/>
            <ac:spMk id="681" creationId="{711B95D6-469C-2A96-93E3-9C93E294AAED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05" v="312"/>
          <ac:spMkLst>
            <pc:docMk/>
            <pc:sldMk cId="3276258281" sldId="310"/>
            <ac:spMk id="682" creationId="{1E01B117-5B96-581E-1606-BA4E29CF4083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05" v="311"/>
          <ac:spMkLst>
            <pc:docMk/>
            <pc:sldMk cId="3276258281" sldId="310"/>
            <ac:spMk id="683" creationId="{94BDBD9E-ED15-F231-EFFA-DB617C235A8C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4:03:31.605" v="310"/>
          <ac:spMkLst>
            <pc:docMk/>
            <pc:sldMk cId="3276258281" sldId="310"/>
            <ac:spMk id="711" creationId="{2C160250-A3BE-0AB2-83A7-948F593A965C}"/>
          </ac:spMkLst>
        </pc:spChg>
        <pc:grpChg chg="del mod">
          <ac:chgData name="Lucía Rodrigo García" userId="S::uo289990@uniovi.es::b2984f01-85ab-48c4-8b4f-84d2bbf3cf8b" providerId="AD" clId="Web-{B8F8ADD9-2F28-EDEC-E2F1-1C23800FDA8C}" dt="2025-04-12T14:07:10.379" v="402"/>
          <ac:grpSpMkLst>
            <pc:docMk/>
            <pc:sldMk cId="3276258281" sldId="310"/>
            <ac:grpSpMk id="684" creationId="{73C87024-5E53-249C-C038-958430D6B67A}"/>
          </ac:grpSpMkLst>
        </pc:grpChg>
        <pc:grpChg chg="del mod">
          <ac:chgData name="Lucía Rodrigo García" userId="S::uo289990@uniovi.es::b2984f01-85ab-48c4-8b4f-84d2bbf3cf8b" providerId="AD" clId="Web-{B8F8ADD9-2F28-EDEC-E2F1-1C23800FDA8C}" dt="2025-04-12T14:07:15.411" v="407"/>
          <ac:grpSpMkLst>
            <pc:docMk/>
            <pc:sldMk cId="3276258281" sldId="310"/>
            <ac:grpSpMk id="692" creationId="{EBCDC840-312F-EA30-2044-899335E4F779}"/>
          </ac:grpSpMkLst>
        </pc:grpChg>
        <pc:grpChg chg="del mod">
          <ac:chgData name="Lucía Rodrigo García" userId="S::uo289990@uniovi.es::b2984f01-85ab-48c4-8b4f-84d2bbf3cf8b" providerId="AD" clId="Web-{B8F8ADD9-2F28-EDEC-E2F1-1C23800FDA8C}" dt="2025-04-12T14:07:10.379" v="401"/>
          <ac:grpSpMkLst>
            <pc:docMk/>
            <pc:sldMk cId="3276258281" sldId="310"/>
            <ac:grpSpMk id="698" creationId="{A51148B4-4818-2AEB-740B-D38B68FA9416}"/>
          </ac:grpSpMkLst>
        </pc:grpChg>
        <pc:grpChg chg="del mod">
          <ac:chgData name="Lucía Rodrigo García" userId="S::uo289990@uniovi.es::b2984f01-85ab-48c4-8b4f-84d2bbf3cf8b" providerId="AD" clId="Web-{B8F8ADD9-2F28-EDEC-E2F1-1C23800FDA8C}" dt="2025-04-12T14:07:10.379" v="400"/>
          <ac:grpSpMkLst>
            <pc:docMk/>
            <pc:sldMk cId="3276258281" sldId="310"/>
            <ac:grpSpMk id="703" creationId="{33087161-CFE4-BD8D-00EC-C30BFF8A5224}"/>
          </ac:grpSpMkLst>
        </pc:grpChg>
        <pc:picChg chg="add mod">
          <ac:chgData name="Lucía Rodrigo García" userId="S::uo289990@uniovi.es::b2984f01-85ab-48c4-8b4f-84d2bbf3cf8b" providerId="AD" clId="Web-{B8F8ADD9-2F28-EDEC-E2F1-1C23800FDA8C}" dt="2025-04-12T14:34:35.823" v="592" actId="1076"/>
          <ac:picMkLst>
            <pc:docMk/>
            <pc:sldMk cId="3276258281" sldId="310"/>
            <ac:picMk id="2" creationId="{78189097-6FB7-B827-E139-B9CA2CD0E819}"/>
          </ac:picMkLst>
        </pc:picChg>
      </pc:sldChg>
      <pc:sldChg chg="modSp">
        <pc:chgData name="Lucía Rodrigo García" userId="S::uo289990@uniovi.es::b2984f01-85ab-48c4-8b4f-84d2bbf3cf8b" providerId="AD" clId="Web-{B8F8ADD9-2F28-EDEC-E2F1-1C23800FDA8C}" dt="2025-04-12T14:31:47.082" v="584"/>
        <pc:sldMkLst>
          <pc:docMk/>
          <pc:sldMk cId="2240452842" sldId="312"/>
        </pc:sldMkLst>
        <pc:graphicFrameChg chg="modGraphic">
          <ac:chgData name="Lucía Rodrigo García" userId="S::uo289990@uniovi.es::b2984f01-85ab-48c4-8b4f-84d2bbf3cf8b" providerId="AD" clId="Web-{B8F8ADD9-2F28-EDEC-E2F1-1C23800FDA8C}" dt="2025-04-12T14:31:47.082" v="584"/>
          <ac:graphicFrameMkLst>
            <pc:docMk/>
            <pc:sldMk cId="2240452842" sldId="312"/>
            <ac:graphicFrameMk id="3" creationId="{79B436CA-E31E-0CF6-B1BC-2DF96ADA991B}"/>
          </ac:graphicFrameMkLst>
        </pc:graphicFrameChg>
      </pc:sldChg>
      <pc:sldChg chg="delSp modSp add replId">
        <pc:chgData name="Lucía Rodrigo García" userId="S::uo289990@uniovi.es::b2984f01-85ab-48c4-8b4f-84d2bbf3cf8b" providerId="AD" clId="Web-{B8F8ADD9-2F28-EDEC-E2F1-1C23800FDA8C}" dt="2025-04-12T15:06:00.651" v="951" actId="20577"/>
        <pc:sldMkLst>
          <pc:docMk/>
          <pc:sldMk cId="4282067109" sldId="319"/>
        </pc:sldMkLst>
        <pc:spChg chg="mod">
          <ac:chgData name="Lucía Rodrigo García" userId="S::uo289990@uniovi.es::b2984f01-85ab-48c4-8b4f-84d2bbf3cf8b" providerId="AD" clId="Web-{B8F8ADD9-2F28-EDEC-E2F1-1C23800FDA8C}" dt="2025-04-12T14:58:23.790" v="613" actId="20577"/>
          <ac:spMkLst>
            <pc:docMk/>
            <pc:sldMk cId="4282067109" sldId="319"/>
            <ac:spMk id="632" creationId="{2ED7BF8C-4767-0274-9BFB-79329B14F881}"/>
          </ac:spMkLst>
        </pc:spChg>
        <pc:spChg chg="mod">
          <ac:chgData name="Lucía Rodrigo García" userId="S::uo289990@uniovi.es::b2984f01-85ab-48c4-8b4f-84d2bbf3cf8b" providerId="AD" clId="Web-{B8F8ADD9-2F28-EDEC-E2F1-1C23800FDA8C}" dt="2025-04-12T15:06:00.651" v="951" actId="20577"/>
          <ac:spMkLst>
            <pc:docMk/>
            <pc:sldMk cId="4282067109" sldId="319"/>
            <ac:spMk id="633" creationId="{4BBC4454-680D-E1BB-3667-C8800E4D07C0}"/>
          </ac:spMkLst>
        </pc:spChg>
        <pc:spChg chg="del mod">
          <ac:chgData name="Lucía Rodrigo García" userId="S::uo289990@uniovi.es::b2984f01-85ab-48c4-8b4f-84d2bbf3cf8b" providerId="AD" clId="Web-{B8F8ADD9-2F28-EDEC-E2F1-1C23800FDA8C}" dt="2025-04-12T15:00:15.138" v="783"/>
          <ac:spMkLst>
            <pc:docMk/>
            <pc:sldMk cId="4282067109" sldId="319"/>
            <ac:spMk id="634" creationId="{7AFE9077-77E2-8815-6605-59842FA2250A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5:00:10.654" v="781"/>
          <ac:spMkLst>
            <pc:docMk/>
            <pc:sldMk cId="4282067109" sldId="319"/>
            <ac:spMk id="635" creationId="{372844A0-26A1-87A4-EB53-EB68ADC8A7FD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5:00:05.278" v="779"/>
          <ac:spMkLst>
            <pc:docMk/>
            <pc:sldMk cId="4282067109" sldId="319"/>
            <ac:spMk id="636" creationId="{77486CE2-FA2C-7944-B49D-A07EED2F2C76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5:00:05.278" v="778"/>
          <ac:spMkLst>
            <pc:docMk/>
            <pc:sldMk cId="4282067109" sldId="319"/>
            <ac:spMk id="637" creationId="{AC6D9772-5B4A-6283-BE26-2B2ACA8CCCBA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5:00:05.278" v="777"/>
          <ac:spMkLst>
            <pc:docMk/>
            <pc:sldMk cId="4282067109" sldId="319"/>
            <ac:spMk id="638" creationId="{26D75F79-DF11-6F45-085E-BF49220F3DB1}"/>
          </ac:spMkLst>
        </pc:spChg>
        <pc:spChg chg="del">
          <ac:chgData name="Lucía Rodrigo García" userId="S::uo289990@uniovi.es::b2984f01-85ab-48c4-8b4f-84d2bbf3cf8b" providerId="AD" clId="Web-{B8F8ADD9-2F28-EDEC-E2F1-1C23800FDA8C}" dt="2025-04-12T15:00:10.654" v="780"/>
          <ac:spMkLst>
            <pc:docMk/>
            <pc:sldMk cId="4282067109" sldId="319"/>
            <ac:spMk id="639" creationId="{528BEB96-FFAE-9F57-F29A-435C976E11BB}"/>
          </ac:spMkLst>
        </pc:spChg>
      </pc:sldChg>
      <pc:sldChg chg="add del replId">
        <pc:chgData name="Lucía Rodrigo García" userId="S::uo289990@uniovi.es::b2984f01-85ab-48c4-8b4f-84d2bbf3cf8b" providerId="AD" clId="Web-{B8F8ADD9-2F28-EDEC-E2F1-1C23800FDA8C}" dt="2025-04-12T15:25:16.911" v="987"/>
        <pc:sldMkLst>
          <pc:docMk/>
          <pc:sldMk cId="4247825005" sldId="32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d206afaa8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d206afaa8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>
          <a:extLst>
            <a:ext uri="{FF2B5EF4-FFF2-40B4-BE49-F238E27FC236}">
              <a16:creationId xmlns:a16="http://schemas.microsoft.com/office/drawing/2014/main" id="{8687C01D-2AE3-FBF2-50BB-D03285CD2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9c73459845_0_1912:notes">
            <a:extLst>
              <a:ext uri="{FF2B5EF4-FFF2-40B4-BE49-F238E27FC236}">
                <a16:creationId xmlns:a16="http://schemas.microsoft.com/office/drawing/2014/main" id="{D4D07EA7-6567-C84F-3C4E-44671EE46C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9c73459845_0_1912:notes">
            <a:extLst>
              <a:ext uri="{FF2B5EF4-FFF2-40B4-BE49-F238E27FC236}">
                <a16:creationId xmlns:a16="http://schemas.microsoft.com/office/drawing/2014/main" id="{EDC47A1C-239E-5631-B038-4C30AE81A8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9531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DE6B15A7-7BC8-37E8-7D1C-C859CEF75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:notes">
            <a:extLst>
              <a:ext uri="{FF2B5EF4-FFF2-40B4-BE49-F238E27FC236}">
                <a16:creationId xmlns:a16="http://schemas.microsoft.com/office/drawing/2014/main" id="{E295CE0F-978B-35A9-DB7C-F51C687B2B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p:notes">
            <a:extLst>
              <a:ext uri="{FF2B5EF4-FFF2-40B4-BE49-F238E27FC236}">
                <a16:creationId xmlns:a16="http://schemas.microsoft.com/office/drawing/2014/main" id="{69EF2193-E35D-6672-0566-92171D70EF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4829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AA750834-A6C0-ECB3-7323-5537673AF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:notes">
            <a:extLst>
              <a:ext uri="{FF2B5EF4-FFF2-40B4-BE49-F238E27FC236}">
                <a16:creationId xmlns:a16="http://schemas.microsoft.com/office/drawing/2014/main" id="{37A75CB4-73C2-8CC9-89BE-FCC1DD57B8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p:notes">
            <a:extLst>
              <a:ext uri="{FF2B5EF4-FFF2-40B4-BE49-F238E27FC236}">
                <a16:creationId xmlns:a16="http://schemas.microsoft.com/office/drawing/2014/main" id="{B76C320F-03C7-4A48-ADDF-8DFBA9177D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5361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>
          <a:extLst>
            <a:ext uri="{FF2B5EF4-FFF2-40B4-BE49-F238E27FC236}">
              <a16:creationId xmlns:a16="http://schemas.microsoft.com/office/drawing/2014/main" id="{C336AF0B-4FDB-7EC8-723E-2AEA65916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9c73459845_0_1329:notes">
            <a:extLst>
              <a:ext uri="{FF2B5EF4-FFF2-40B4-BE49-F238E27FC236}">
                <a16:creationId xmlns:a16="http://schemas.microsoft.com/office/drawing/2014/main" id="{B7B7D460-E084-26AD-DF7A-6038CABBB7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9c73459845_0_1329:notes">
            <a:extLst>
              <a:ext uri="{FF2B5EF4-FFF2-40B4-BE49-F238E27FC236}">
                <a16:creationId xmlns:a16="http://schemas.microsoft.com/office/drawing/2014/main" id="{5BAF5554-BE3A-C5E2-F8DC-A85C1C1770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6702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BBB81BD3-0C77-64F9-1180-0F5302495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:notes">
            <a:extLst>
              <a:ext uri="{FF2B5EF4-FFF2-40B4-BE49-F238E27FC236}">
                <a16:creationId xmlns:a16="http://schemas.microsoft.com/office/drawing/2014/main" id="{22E9BEEE-7149-421A-C040-9BC240400F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p:notes">
            <a:extLst>
              <a:ext uri="{FF2B5EF4-FFF2-40B4-BE49-F238E27FC236}">
                <a16:creationId xmlns:a16="http://schemas.microsoft.com/office/drawing/2014/main" id="{92FCC974-850A-5E47-EB20-EDC76800B6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024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8FB5CD2B-75DD-14B3-32E3-464F9789E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9c73459845_0_175:notes">
            <a:extLst>
              <a:ext uri="{FF2B5EF4-FFF2-40B4-BE49-F238E27FC236}">
                <a16:creationId xmlns:a16="http://schemas.microsoft.com/office/drawing/2014/main" id="{B3E0413E-E34F-783C-E63D-B4DD0155A1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9c73459845_0_175:notes">
            <a:extLst>
              <a:ext uri="{FF2B5EF4-FFF2-40B4-BE49-F238E27FC236}">
                <a16:creationId xmlns:a16="http://schemas.microsoft.com/office/drawing/2014/main" id="{916EB9F2-743E-51C9-7D8E-353B05EDAE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6560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6885A53D-51C4-6312-1F2E-3D99BE94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9c73459845_0_175:notes">
            <a:extLst>
              <a:ext uri="{FF2B5EF4-FFF2-40B4-BE49-F238E27FC236}">
                <a16:creationId xmlns:a16="http://schemas.microsoft.com/office/drawing/2014/main" id="{6692FD45-827E-6700-2BA9-773B740DA2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9c73459845_0_175:notes">
            <a:extLst>
              <a:ext uri="{FF2B5EF4-FFF2-40B4-BE49-F238E27FC236}">
                <a16:creationId xmlns:a16="http://schemas.microsoft.com/office/drawing/2014/main" id="{C02F5C57-E58C-DC63-2895-8AC31B8FEB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5015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>
          <a:extLst>
            <a:ext uri="{FF2B5EF4-FFF2-40B4-BE49-F238E27FC236}">
              <a16:creationId xmlns:a16="http://schemas.microsoft.com/office/drawing/2014/main" id="{2829BD4A-5949-7B12-0973-9D1762AB0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9c73459845_0_653:notes">
            <a:extLst>
              <a:ext uri="{FF2B5EF4-FFF2-40B4-BE49-F238E27FC236}">
                <a16:creationId xmlns:a16="http://schemas.microsoft.com/office/drawing/2014/main" id="{2550014F-BA09-C183-9E64-B93233FAFC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9c73459845_0_653:notes">
            <a:extLst>
              <a:ext uri="{FF2B5EF4-FFF2-40B4-BE49-F238E27FC236}">
                <a16:creationId xmlns:a16="http://schemas.microsoft.com/office/drawing/2014/main" id="{D0E294C3-7120-309B-86D8-E9C85BA2AF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0175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>
          <a:extLst>
            <a:ext uri="{FF2B5EF4-FFF2-40B4-BE49-F238E27FC236}">
              <a16:creationId xmlns:a16="http://schemas.microsoft.com/office/drawing/2014/main" id="{A22DCD7F-B008-7E8A-8745-530AAFD92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9c73459845_0_653:notes">
            <a:extLst>
              <a:ext uri="{FF2B5EF4-FFF2-40B4-BE49-F238E27FC236}">
                <a16:creationId xmlns:a16="http://schemas.microsoft.com/office/drawing/2014/main" id="{C116F9EE-62C7-8726-ADA9-6F3B363E37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9c73459845_0_653:notes">
            <a:extLst>
              <a:ext uri="{FF2B5EF4-FFF2-40B4-BE49-F238E27FC236}">
                <a16:creationId xmlns:a16="http://schemas.microsoft.com/office/drawing/2014/main" id="{77953EA3-0175-2A58-DA24-B6CEDF7945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7847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200427C8-C151-CE45-0F06-3DED9B767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d206afaa83_0_0:notes">
            <a:extLst>
              <a:ext uri="{FF2B5EF4-FFF2-40B4-BE49-F238E27FC236}">
                <a16:creationId xmlns:a16="http://schemas.microsoft.com/office/drawing/2014/main" id="{BC050356-FFD9-D576-169C-347AB30196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d206afaa83_0_0:notes">
            <a:extLst>
              <a:ext uri="{FF2B5EF4-FFF2-40B4-BE49-F238E27FC236}">
                <a16:creationId xmlns:a16="http://schemas.microsoft.com/office/drawing/2014/main" id="{29139F3A-4199-F861-C738-3EAAFFFE3F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5358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87356" y="1629550"/>
            <a:ext cx="3422400" cy="152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87356" y="3147050"/>
            <a:ext cx="3607200" cy="3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>
            <a:spLocks noGrp="1"/>
          </p:cNvSpPr>
          <p:nvPr>
            <p:ph type="ctrTitle"/>
          </p:nvPr>
        </p:nvSpPr>
        <p:spPr>
          <a:xfrm>
            <a:off x="987356" y="1597201"/>
            <a:ext cx="4328173" cy="15461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/>
              <a:t>DESAFIO DATATHON 2025</a:t>
            </a:r>
          </a:p>
        </p:txBody>
      </p:sp>
      <p:sp>
        <p:nvSpPr>
          <p:cNvPr id="58" name="Google Shape;58;p15"/>
          <p:cNvSpPr txBox="1">
            <a:spLocks noGrp="1"/>
          </p:cNvSpPr>
          <p:nvPr>
            <p:ph type="subTitle" idx="1"/>
          </p:nvPr>
        </p:nvSpPr>
        <p:spPr>
          <a:xfrm>
            <a:off x="987356" y="3147050"/>
            <a:ext cx="3607200" cy="3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"/>
              <a:t>GRUPO 3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A129CA1-A0B5-B049-B863-3D91A63BD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462" y="539843"/>
            <a:ext cx="5865720" cy="32973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>
          <a:extLst>
            <a:ext uri="{FF2B5EF4-FFF2-40B4-BE49-F238E27FC236}">
              <a16:creationId xmlns:a16="http://schemas.microsoft.com/office/drawing/2014/main" id="{AE585039-4E9C-DBB7-B7CE-CFEE1BA13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32">
            <a:extLst>
              <a:ext uri="{FF2B5EF4-FFF2-40B4-BE49-F238E27FC236}">
                <a16:creationId xmlns:a16="http://schemas.microsoft.com/office/drawing/2014/main" id="{39A8ED19-4711-A8A8-86B9-2A5B8AE0215B}"/>
              </a:ext>
            </a:extLst>
          </p:cNvPr>
          <p:cNvSpPr/>
          <p:nvPr/>
        </p:nvSpPr>
        <p:spPr>
          <a:xfrm>
            <a:off x="1053449" y="3304639"/>
            <a:ext cx="7058679" cy="8331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32">
            <a:extLst>
              <a:ext uri="{FF2B5EF4-FFF2-40B4-BE49-F238E27FC236}">
                <a16:creationId xmlns:a16="http://schemas.microsoft.com/office/drawing/2014/main" id="{1708619E-0C44-2F93-1755-639C2F7078C5}"/>
              </a:ext>
            </a:extLst>
          </p:cNvPr>
          <p:cNvSpPr/>
          <p:nvPr/>
        </p:nvSpPr>
        <p:spPr>
          <a:xfrm>
            <a:off x="1053450" y="2475189"/>
            <a:ext cx="7058679" cy="833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32">
            <a:extLst>
              <a:ext uri="{FF2B5EF4-FFF2-40B4-BE49-F238E27FC236}">
                <a16:creationId xmlns:a16="http://schemas.microsoft.com/office/drawing/2014/main" id="{C81E9EA2-D8A6-DEAE-9C8E-C751BB85052D}"/>
              </a:ext>
            </a:extLst>
          </p:cNvPr>
          <p:cNvSpPr/>
          <p:nvPr/>
        </p:nvSpPr>
        <p:spPr>
          <a:xfrm>
            <a:off x="1053450" y="1644114"/>
            <a:ext cx="7037100" cy="8331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32">
            <a:extLst>
              <a:ext uri="{FF2B5EF4-FFF2-40B4-BE49-F238E27FC236}">
                <a16:creationId xmlns:a16="http://schemas.microsoft.com/office/drawing/2014/main" id="{333104AA-3831-621B-6F9F-B7DA9F56A584}"/>
              </a:ext>
            </a:extLst>
          </p:cNvPr>
          <p:cNvSpPr/>
          <p:nvPr/>
        </p:nvSpPr>
        <p:spPr>
          <a:xfrm>
            <a:off x="1053451" y="812689"/>
            <a:ext cx="7037100" cy="833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32">
            <a:extLst>
              <a:ext uri="{FF2B5EF4-FFF2-40B4-BE49-F238E27FC236}">
                <a16:creationId xmlns:a16="http://schemas.microsoft.com/office/drawing/2014/main" id="{F5FFFCC3-A441-18AF-68A1-271672C75E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5634" y="229266"/>
            <a:ext cx="8229600" cy="48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>
                <a:solidFill>
                  <a:schemeClr val="dk1"/>
                </a:solidFill>
              </a:rPr>
              <a:t>BLOQUE I - PREGUNTAS</a:t>
            </a:r>
          </a:p>
        </p:txBody>
      </p:sp>
      <p:sp>
        <p:nvSpPr>
          <p:cNvPr id="938" name="Google Shape;938;p32">
            <a:extLst>
              <a:ext uri="{FF2B5EF4-FFF2-40B4-BE49-F238E27FC236}">
                <a16:creationId xmlns:a16="http://schemas.microsoft.com/office/drawing/2014/main" id="{34A382BF-5B17-6273-5CF2-45A511405AB8}"/>
              </a:ext>
            </a:extLst>
          </p:cNvPr>
          <p:cNvSpPr/>
          <p:nvPr/>
        </p:nvSpPr>
        <p:spPr>
          <a:xfrm>
            <a:off x="7339827" y="902265"/>
            <a:ext cx="659335" cy="657286"/>
          </a:xfrm>
          <a:custGeom>
            <a:avLst/>
            <a:gdLst/>
            <a:ahLst/>
            <a:cxnLst/>
            <a:rect l="l" t="t" r="r" b="b"/>
            <a:pathLst>
              <a:path w="20028" h="20027" extrusionOk="0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2">
            <a:extLst>
              <a:ext uri="{FF2B5EF4-FFF2-40B4-BE49-F238E27FC236}">
                <a16:creationId xmlns:a16="http://schemas.microsoft.com/office/drawing/2014/main" id="{2F46E1E7-3F08-B05F-D7F6-3FDCC686B541}"/>
              </a:ext>
            </a:extLst>
          </p:cNvPr>
          <p:cNvSpPr txBox="1"/>
          <p:nvPr/>
        </p:nvSpPr>
        <p:spPr>
          <a:xfrm>
            <a:off x="2120400" y="937639"/>
            <a:ext cx="1932809" cy="5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Data Security</a:t>
            </a:r>
            <a:endParaRPr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40" name="Google Shape;940;p32">
            <a:extLst>
              <a:ext uri="{FF2B5EF4-FFF2-40B4-BE49-F238E27FC236}">
                <a16:creationId xmlns:a16="http://schemas.microsoft.com/office/drawing/2014/main" id="{B234AE82-D9D8-069B-DFB0-3D9CF08DB858}"/>
              </a:ext>
            </a:extLst>
          </p:cNvPr>
          <p:cNvSpPr txBox="1"/>
          <p:nvPr/>
        </p:nvSpPr>
        <p:spPr>
          <a:xfrm>
            <a:off x="4355126" y="921039"/>
            <a:ext cx="1656264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cold place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1" name="Google Shape;941;p32">
            <a:extLst>
              <a:ext uri="{FF2B5EF4-FFF2-40B4-BE49-F238E27FC236}">
                <a16:creationId xmlns:a16="http://schemas.microsoft.com/office/drawing/2014/main" id="{A737275A-7027-9B7F-2EF9-62CC0EBB8B4C}"/>
              </a:ext>
            </a:extLst>
          </p:cNvPr>
          <p:cNvSpPr txBox="1"/>
          <p:nvPr/>
        </p:nvSpPr>
        <p:spPr>
          <a:xfrm>
            <a:off x="7339748" y="985089"/>
            <a:ext cx="659316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60%</a:t>
            </a:r>
            <a:endParaRPr sz="19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43" name="Google Shape;943;p32">
            <a:extLst>
              <a:ext uri="{FF2B5EF4-FFF2-40B4-BE49-F238E27FC236}">
                <a16:creationId xmlns:a16="http://schemas.microsoft.com/office/drawing/2014/main" id="{1ABB1576-9DC9-3060-AB78-297FA69B4E0B}"/>
              </a:ext>
            </a:extLst>
          </p:cNvPr>
          <p:cNvSpPr txBox="1"/>
          <p:nvPr/>
        </p:nvSpPr>
        <p:spPr>
          <a:xfrm>
            <a:off x="2120400" y="1750888"/>
            <a:ext cx="308274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Precio de la vivienda y distrito</a:t>
            </a:r>
            <a:endParaRPr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46" name="Google Shape;946;p32">
            <a:extLst>
              <a:ext uri="{FF2B5EF4-FFF2-40B4-BE49-F238E27FC236}">
                <a16:creationId xmlns:a16="http://schemas.microsoft.com/office/drawing/2014/main" id="{931DC217-0C25-A526-FBE0-AB410A4B43AC}"/>
              </a:ext>
            </a:extLst>
          </p:cNvPr>
          <p:cNvSpPr/>
          <p:nvPr/>
        </p:nvSpPr>
        <p:spPr>
          <a:xfrm>
            <a:off x="1177849" y="2544786"/>
            <a:ext cx="659302" cy="657286"/>
          </a:xfrm>
          <a:custGeom>
            <a:avLst/>
            <a:gdLst/>
            <a:ahLst/>
            <a:cxnLst/>
            <a:rect l="l" t="t" r="r" b="b"/>
            <a:pathLst>
              <a:path w="20027" h="20027" extrusionOk="0">
                <a:moveTo>
                  <a:pt x="10014" y="0"/>
                </a:moveTo>
                <a:cubicBezTo>
                  <a:pt x="4477" y="0"/>
                  <a:pt x="0" y="4477"/>
                  <a:pt x="0" y="10013"/>
                </a:cubicBezTo>
                <a:cubicBezTo>
                  <a:pt x="0" y="15538"/>
                  <a:pt x="4477" y="20026"/>
                  <a:pt x="10014" y="20026"/>
                </a:cubicBezTo>
                <a:cubicBezTo>
                  <a:pt x="15550" y="20026"/>
                  <a:pt x="20027" y="15538"/>
                  <a:pt x="20027" y="10013"/>
                </a:cubicBezTo>
                <a:cubicBezTo>
                  <a:pt x="20027" y="4477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32">
            <a:extLst>
              <a:ext uri="{FF2B5EF4-FFF2-40B4-BE49-F238E27FC236}">
                <a16:creationId xmlns:a16="http://schemas.microsoft.com/office/drawing/2014/main" id="{6E000EFB-2BFB-7513-1109-827022F0B943}"/>
              </a:ext>
            </a:extLst>
          </p:cNvPr>
          <p:cNvSpPr txBox="1"/>
          <p:nvPr/>
        </p:nvSpPr>
        <p:spPr>
          <a:xfrm>
            <a:off x="2120400" y="2597337"/>
            <a:ext cx="2471271" cy="5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Distribución de riqueza</a:t>
            </a:r>
            <a:endParaRPr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49" name="Google Shape;949;p32">
            <a:extLst>
              <a:ext uri="{FF2B5EF4-FFF2-40B4-BE49-F238E27FC236}">
                <a16:creationId xmlns:a16="http://schemas.microsoft.com/office/drawing/2014/main" id="{4FD31AF5-570C-01EE-2F73-D8F6E754E7BF}"/>
              </a:ext>
            </a:extLst>
          </p:cNvPr>
          <p:cNvSpPr txBox="1"/>
          <p:nvPr/>
        </p:nvSpPr>
        <p:spPr>
          <a:xfrm>
            <a:off x="1210841" y="2635092"/>
            <a:ext cx="593113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</a:t>
            </a:r>
            <a:endParaRPr sz="19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50" name="Google Shape;950;p32">
            <a:extLst>
              <a:ext uri="{FF2B5EF4-FFF2-40B4-BE49-F238E27FC236}">
                <a16:creationId xmlns:a16="http://schemas.microsoft.com/office/drawing/2014/main" id="{9E4D4E48-DFE5-DC05-5F8B-BEC41E3DC9D0}"/>
              </a:ext>
            </a:extLst>
          </p:cNvPr>
          <p:cNvSpPr/>
          <p:nvPr/>
        </p:nvSpPr>
        <p:spPr>
          <a:xfrm>
            <a:off x="1170141" y="3371784"/>
            <a:ext cx="659302" cy="657713"/>
          </a:xfrm>
          <a:custGeom>
            <a:avLst/>
            <a:gdLst/>
            <a:ahLst/>
            <a:cxnLst/>
            <a:rect l="l" t="t" r="r" b="b"/>
            <a:pathLst>
              <a:path w="20027" h="20040" extrusionOk="0">
                <a:moveTo>
                  <a:pt x="10013" y="1"/>
                </a:moveTo>
                <a:cubicBezTo>
                  <a:pt x="4477" y="1"/>
                  <a:pt x="0" y="4490"/>
                  <a:pt x="0" y="10014"/>
                </a:cubicBezTo>
                <a:cubicBezTo>
                  <a:pt x="0" y="15550"/>
                  <a:pt x="4477" y="20039"/>
                  <a:pt x="10013" y="20039"/>
                </a:cubicBezTo>
                <a:cubicBezTo>
                  <a:pt x="15550" y="20039"/>
                  <a:pt x="20026" y="15550"/>
                  <a:pt x="20026" y="10014"/>
                </a:cubicBezTo>
                <a:cubicBezTo>
                  <a:pt x="20026" y="4490"/>
                  <a:pt x="15550" y="1"/>
                  <a:pt x="1001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32">
            <a:extLst>
              <a:ext uri="{FF2B5EF4-FFF2-40B4-BE49-F238E27FC236}">
                <a16:creationId xmlns:a16="http://schemas.microsoft.com/office/drawing/2014/main" id="{B5AAAADF-953B-39E9-45E9-2F09E3F394EF}"/>
              </a:ext>
            </a:extLst>
          </p:cNvPr>
          <p:cNvSpPr txBox="1"/>
          <p:nvPr/>
        </p:nvSpPr>
        <p:spPr>
          <a:xfrm>
            <a:off x="2120400" y="3410639"/>
            <a:ext cx="3082739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Grandes tenedores inmuebles</a:t>
            </a:r>
            <a:endParaRPr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53" name="Google Shape;953;p32">
            <a:extLst>
              <a:ext uri="{FF2B5EF4-FFF2-40B4-BE49-F238E27FC236}">
                <a16:creationId xmlns:a16="http://schemas.microsoft.com/office/drawing/2014/main" id="{5BFED110-22A1-8CDD-95AF-FA7AC4D5F252}"/>
              </a:ext>
            </a:extLst>
          </p:cNvPr>
          <p:cNvSpPr txBox="1"/>
          <p:nvPr/>
        </p:nvSpPr>
        <p:spPr>
          <a:xfrm>
            <a:off x="1153149" y="3461840"/>
            <a:ext cx="659316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endParaRPr sz="19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54" name="Google Shape;954;p32">
            <a:extLst>
              <a:ext uri="{FF2B5EF4-FFF2-40B4-BE49-F238E27FC236}">
                <a16:creationId xmlns:a16="http://schemas.microsoft.com/office/drawing/2014/main" id="{13B1AE2C-7326-E60D-8BCA-E20AEF0F2F5E}"/>
              </a:ext>
            </a:extLst>
          </p:cNvPr>
          <p:cNvSpPr/>
          <p:nvPr/>
        </p:nvSpPr>
        <p:spPr>
          <a:xfrm>
            <a:off x="1155252" y="902265"/>
            <a:ext cx="659335" cy="657286"/>
          </a:xfrm>
          <a:custGeom>
            <a:avLst/>
            <a:gdLst/>
            <a:ahLst/>
            <a:cxnLst/>
            <a:rect l="l" t="t" r="r" b="b"/>
            <a:pathLst>
              <a:path w="20028" h="20027" extrusionOk="0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7" name="Google Shape;957;p32">
            <a:extLst>
              <a:ext uri="{FF2B5EF4-FFF2-40B4-BE49-F238E27FC236}">
                <a16:creationId xmlns:a16="http://schemas.microsoft.com/office/drawing/2014/main" id="{93EA8BA5-608D-1C4D-117D-5CBD57A9F045}"/>
              </a:ext>
            </a:extLst>
          </p:cNvPr>
          <p:cNvGrpSpPr/>
          <p:nvPr/>
        </p:nvGrpSpPr>
        <p:grpSpPr>
          <a:xfrm>
            <a:off x="1301040" y="1073982"/>
            <a:ext cx="366892" cy="365770"/>
            <a:chOff x="-3137650" y="2408950"/>
            <a:chExt cx="291450" cy="292125"/>
          </a:xfrm>
        </p:grpSpPr>
        <p:sp>
          <p:nvSpPr>
            <p:cNvPr id="958" name="Google Shape;958;p32">
              <a:extLst>
                <a:ext uri="{FF2B5EF4-FFF2-40B4-BE49-F238E27FC236}">
                  <a16:creationId xmlns:a16="http://schemas.microsoft.com/office/drawing/2014/main" id="{AB89C7FC-F0A6-640C-89F3-F34BBEC85CBD}"/>
                </a:ext>
              </a:extLst>
            </p:cNvPr>
            <p:cNvSpPr/>
            <p:nvPr/>
          </p:nvSpPr>
          <p:spPr>
            <a:xfrm>
              <a:off x="-3137650" y="2408950"/>
              <a:ext cx="291450" cy="292125"/>
            </a:xfrm>
            <a:custGeom>
              <a:avLst/>
              <a:gdLst/>
              <a:ahLst/>
              <a:cxnLst/>
              <a:rect l="l" t="t" r="r" b="b"/>
              <a:pathLst>
                <a:path w="11658" h="11685" extrusionOk="0">
                  <a:moveTo>
                    <a:pt x="10618" y="662"/>
                  </a:moveTo>
                  <a:cubicBezTo>
                    <a:pt x="10807" y="662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62"/>
                    <a:pt x="1009" y="662"/>
                  </a:cubicBezTo>
                  <a:close/>
                  <a:moveTo>
                    <a:pt x="10964" y="3403"/>
                  </a:moveTo>
                  <a:lnTo>
                    <a:pt x="10964" y="8601"/>
                  </a:lnTo>
                  <a:cubicBezTo>
                    <a:pt x="10964" y="8790"/>
                    <a:pt x="10838" y="8947"/>
                    <a:pt x="10618" y="8947"/>
                  </a:cubicBezTo>
                  <a:lnTo>
                    <a:pt x="10145" y="8947"/>
                  </a:lnTo>
                  <a:cubicBezTo>
                    <a:pt x="10208" y="8727"/>
                    <a:pt x="10240" y="8443"/>
                    <a:pt x="10240" y="8160"/>
                  </a:cubicBezTo>
                  <a:lnTo>
                    <a:pt x="10240" y="5860"/>
                  </a:lnTo>
                  <a:cubicBezTo>
                    <a:pt x="10240" y="5673"/>
                    <a:pt x="10058" y="5531"/>
                    <a:pt x="9868" y="5531"/>
                  </a:cubicBezTo>
                  <a:cubicBezTo>
                    <a:pt x="9835" y="5531"/>
                    <a:pt x="9801" y="5535"/>
                    <a:pt x="9767" y="5545"/>
                  </a:cubicBezTo>
                  <a:cubicBezTo>
                    <a:pt x="9545" y="5641"/>
                    <a:pt x="9341" y="5691"/>
                    <a:pt x="9142" y="5691"/>
                  </a:cubicBezTo>
                  <a:cubicBezTo>
                    <a:pt x="8693" y="5691"/>
                    <a:pt x="8275" y="5439"/>
                    <a:pt x="7751" y="4915"/>
                  </a:cubicBezTo>
                  <a:cubicBezTo>
                    <a:pt x="7688" y="4868"/>
                    <a:pt x="7601" y="4844"/>
                    <a:pt x="7515" y="4844"/>
                  </a:cubicBezTo>
                  <a:cubicBezTo>
                    <a:pt x="7428" y="4844"/>
                    <a:pt x="7341" y="4868"/>
                    <a:pt x="7278" y="4915"/>
                  </a:cubicBezTo>
                  <a:cubicBezTo>
                    <a:pt x="6753" y="5440"/>
                    <a:pt x="6334" y="5677"/>
                    <a:pt x="5884" y="5677"/>
                  </a:cubicBezTo>
                  <a:cubicBezTo>
                    <a:pt x="5686" y="5677"/>
                    <a:pt x="5483" y="5631"/>
                    <a:pt x="5262" y="5545"/>
                  </a:cubicBezTo>
                  <a:cubicBezTo>
                    <a:pt x="5229" y="5535"/>
                    <a:pt x="5195" y="5531"/>
                    <a:pt x="5161" y="5531"/>
                  </a:cubicBezTo>
                  <a:cubicBezTo>
                    <a:pt x="4971" y="5531"/>
                    <a:pt x="4789" y="5673"/>
                    <a:pt x="4789" y="5860"/>
                  </a:cubicBezTo>
                  <a:lnTo>
                    <a:pt x="4789" y="8160"/>
                  </a:lnTo>
                  <a:cubicBezTo>
                    <a:pt x="4789" y="8443"/>
                    <a:pt x="4821" y="8664"/>
                    <a:pt x="4884" y="8947"/>
                  </a:cubicBezTo>
                  <a:lnTo>
                    <a:pt x="1009" y="8947"/>
                  </a:lnTo>
                  <a:cubicBezTo>
                    <a:pt x="820" y="8947"/>
                    <a:pt x="662" y="8790"/>
                    <a:pt x="662" y="8601"/>
                  </a:cubicBezTo>
                  <a:lnTo>
                    <a:pt x="662" y="3403"/>
                  </a:lnTo>
                  <a:close/>
                  <a:moveTo>
                    <a:pt x="7152" y="5923"/>
                  </a:moveTo>
                  <a:lnTo>
                    <a:pt x="7152" y="10838"/>
                  </a:lnTo>
                  <a:cubicBezTo>
                    <a:pt x="6144" y="10365"/>
                    <a:pt x="5451" y="9357"/>
                    <a:pt x="5451" y="8160"/>
                  </a:cubicBezTo>
                  <a:lnTo>
                    <a:pt x="5451" y="6301"/>
                  </a:lnTo>
                  <a:cubicBezTo>
                    <a:pt x="5604" y="6330"/>
                    <a:pt x="5750" y="6344"/>
                    <a:pt x="5891" y="6344"/>
                  </a:cubicBezTo>
                  <a:cubicBezTo>
                    <a:pt x="6359" y="6344"/>
                    <a:pt x="6765" y="6189"/>
                    <a:pt x="7152" y="5923"/>
                  </a:cubicBezTo>
                  <a:close/>
                  <a:moveTo>
                    <a:pt x="7877" y="5923"/>
                  </a:moveTo>
                  <a:cubicBezTo>
                    <a:pt x="8242" y="6166"/>
                    <a:pt x="8644" y="6353"/>
                    <a:pt x="9128" y="6353"/>
                  </a:cubicBezTo>
                  <a:cubicBezTo>
                    <a:pt x="9271" y="6353"/>
                    <a:pt x="9420" y="6337"/>
                    <a:pt x="9578" y="6301"/>
                  </a:cubicBezTo>
                  <a:lnTo>
                    <a:pt x="9578" y="8160"/>
                  </a:lnTo>
                  <a:cubicBezTo>
                    <a:pt x="9547" y="9357"/>
                    <a:pt x="8885" y="10365"/>
                    <a:pt x="7877" y="10838"/>
                  </a:cubicBezTo>
                  <a:lnTo>
                    <a:pt x="7877" y="592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8601"/>
                  </a:lnTo>
                  <a:cubicBezTo>
                    <a:pt x="1" y="9136"/>
                    <a:pt x="473" y="9609"/>
                    <a:pt x="1009" y="9609"/>
                  </a:cubicBezTo>
                  <a:lnTo>
                    <a:pt x="5073" y="9609"/>
                  </a:lnTo>
                  <a:cubicBezTo>
                    <a:pt x="5199" y="9893"/>
                    <a:pt x="5357" y="10145"/>
                    <a:pt x="5514" y="10365"/>
                  </a:cubicBezTo>
                  <a:cubicBezTo>
                    <a:pt x="5987" y="10995"/>
                    <a:pt x="6617" y="11436"/>
                    <a:pt x="7404" y="11657"/>
                  </a:cubicBezTo>
                  <a:cubicBezTo>
                    <a:pt x="7446" y="11657"/>
                    <a:pt x="7488" y="11685"/>
                    <a:pt x="7530" y="11685"/>
                  </a:cubicBezTo>
                  <a:cubicBezTo>
                    <a:pt x="7551" y="11685"/>
                    <a:pt x="7572" y="11678"/>
                    <a:pt x="7593" y="11657"/>
                  </a:cubicBezTo>
                  <a:cubicBezTo>
                    <a:pt x="8350" y="11436"/>
                    <a:pt x="9011" y="10995"/>
                    <a:pt x="9484" y="10365"/>
                  </a:cubicBezTo>
                  <a:cubicBezTo>
                    <a:pt x="9641" y="10145"/>
                    <a:pt x="9799" y="9893"/>
                    <a:pt x="9925" y="9609"/>
                  </a:cubicBezTo>
                  <a:lnTo>
                    <a:pt x="10618" y="9609"/>
                  </a:lnTo>
                  <a:cubicBezTo>
                    <a:pt x="11185" y="9609"/>
                    <a:pt x="11658" y="9136"/>
                    <a:pt x="11658" y="8601"/>
                  </a:cubicBezTo>
                  <a:lnTo>
                    <a:pt x="11658" y="1040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2">
              <a:extLst>
                <a:ext uri="{FF2B5EF4-FFF2-40B4-BE49-F238E27FC236}">
                  <a16:creationId xmlns:a16="http://schemas.microsoft.com/office/drawing/2014/main" id="{0BF304DC-5F7A-4F15-8E5C-355487F107B7}"/>
                </a:ext>
              </a:extLst>
            </p:cNvPr>
            <p:cNvSpPr/>
            <p:nvPr/>
          </p:nvSpPr>
          <p:spPr>
            <a:xfrm>
              <a:off x="-3104575" y="24428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2">
              <a:extLst>
                <a:ext uri="{FF2B5EF4-FFF2-40B4-BE49-F238E27FC236}">
                  <a16:creationId xmlns:a16="http://schemas.microsoft.com/office/drawing/2014/main" id="{30E33562-CF7D-AA28-41CE-9076811A1BD4}"/>
                </a:ext>
              </a:extLst>
            </p:cNvPr>
            <p:cNvSpPr/>
            <p:nvPr/>
          </p:nvSpPr>
          <p:spPr>
            <a:xfrm>
              <a:off x="-3069900" y="24428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2">
              <a:extLst>
                <a:ext uri="{FF2B5EF4-FFF2-40B4-BE49-F238E27FC236}">
                  <a16:creationId xmlns:a16="http://schemas.microsoft.com/office/drawing/2014/main" id="{81795ACC-7E12-51DC-9347-B577475DC0E9}"/>
                </a:ext>
              </a:extLst>
            </p:cNvPr>
            <p:cNvSpPr/>
            <p:nvPr/>
          </p:nvSpPr>
          <p:spPr>
            <a:xfrm>
              <a:off x="-3035250" y="24428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2">
              <a:extLst>
                <a:ext uri="{FF2B5EF4-FFF2-40B4-BE49-F238E27FC236}">
                  <a16:creationId xmlns:a16="http://schemas.microsoft.com/office/drawing/2014/main" id="{D682FD38-27D6-4AB3-D90B-DD6E375F34C9}"/>
                </a:ext>
              </a:extLst>
            </p:cNvPr>
            <p:cNvSpPr/>
            <p:nvPr/>
          </p:nvSpPr>
          <p:spPr>
            <a:xfrm>
              <a:off x="-3002175" y="2442800"/>
              <a:ext cx="120525" cy="17350"/>
            </a:xfrm>
            <a:custGeom>
              <a:avLst/>
              <a:gdLst/>
              <a:ahLst/>
              <a:cxnLst/>
              <a:rect l="l" t="t" r="r" b="b"/>
              <a:pathLst>
                <a:path w="4821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90" y="694"/>
                    <a:pt x="347" y="694"/>
                  </a:cubicBezTo>
                  <a:lnTo>
                    <a:pt x="4443" y="694"/>
                  </a:lnTo>
                  <a:cubicBezTo>
                    <a:pt x="4663" y="694"/>
                    <a:pt x="4821" y="536"/>
                    <a:pt x="4821" y="347"/>
                  </a:cubicBezTo>
                  <a:cubicBezTo>
                    <a:pt x="4821" y="158"/>
                    <a:pt x="4663" y="1"/>
                    <a:pt x="44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936;p32">
            <a:extLst>
              <a:ext uri="{FF2B5EF4-FFF2-40B4-BE49-F238E27FC236}">
                <a16:creationId xmlns:a16="http://schemas.microsoft.com/office/drawing/2014/main" id="{63698D58-D1B6-DC3C-85F0-A95F7CFFFCB3}"/>
              </a:ext>
            </a:extLst>
          </p:cNvPr>
          <p:cNvSpPr/>
          <p:nvPr/>
        </p:nvSpPr>
        <p:spPr>
          <a:xfrm>
            <a:off x="1031936" y="840317"/>
            <a:ext cx="7037100" cy="833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938;p32">
            <a:extLst>
              <a:ext uri="{FF2B5EF4-FFF2-40B4-BE49-F238E27FC236}">
                <a16:creationId xmlns:a16="http://schemas.microsoft.com/office/drawing/2014/main" id="{B740048B-6841-A327-D36B-23CC0EC7AC47}"/>
              </a:ext>
            </a:extLst>
          </p:cNvPr>
          <p:cNvSpPr/>
          <p:nvPr/>
        </p:nvSpPr>
        <p:spPr>
          <a:xfrm>
            <a:off x="1155265" y="928224"/>
            <a:ext cx="659335" cy="657286"/>
          </a:xfrm>
          <a:custGeom>
            <a:avLst/>
            <a:gdLst/>
            <a:ahLst/>
            <a:cxnLst/>
            <a:rect l="l" t="t" r="r" b="b"/>
            <a:pathLst>
              <a:path w="20028" h="20027" extrusionOk="0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939;p32">
            <a:extLst>
              <a:ext uri="{FF2B5EF4-FFF2-40B4-BE49-F238E27FC236}">
                <a16:creationId xmlns:a16="http://schemas.microsoft.com/office/drawing/2014/main" id="{0CD7892F-1D9F-1CEE-4187-8E631B600A73}"/>
              </a:ext>
            </a:extLst>
          </p:cNvPr>
          <p:cNvSpPr txBox="1"/>
          <p:nvPr/>
        </p:nvSpPr>
        <p:spPr>
          <a:xfrm>
            <a:off x="2120400" y="937639"/>
            <a:ext cx="2264449" cy="5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Número de turismos</a:t>
            </a:r>
            <a:endParaRPr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5" name="Google Shape;941;p32">
            <a:extLst>
              <a:ext uri="{FF2B5EF4-FFF2-40B4-BE49-F238E27FC236}">
                <a16:creationId xmlns:a16="http://schemas.microsoft.com/office/drawing/2014/main" id="{A63BD279-E6FC-56CB-E4BB-609FC6BC274F}"/>
              </a:ext>
            </a:extLst>
          </p:cNvPr>
          <p:cNvSpPr txBox="1"/>
          <p:nvPr/>
        </p:nvSpPr>
        <p:spPr>
          <a:xfrm>
            <a:off x="1155284" y="1010267"/>
            <a:ext cx="659316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</a:t>
            </a:r>
            <a:endParaRPr sz="19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55" name="Google Shape;955;p32">
            <a:extLst>
              <a:ext uri="{FF2B5EF4-FFF2-40B4-BE49-F238E27FC236}">
                <a16:creationId xmlns:a16="http://schemas.microsoft.com/office/drawing/2014/main" id="{D4B14153-FFF4-EEB8-02B4-8816A2D1AAC6}"/>
              </a:ext>
            </a:extLst>
          </p:cNvPr>
          <p:cNvSpPr/>
          <p:nvPr/>
        </p:nvSpPr>
        <p:spPr>
          <a:xfrm>
            <a:off x="1170108" y="1723141"/>
            <a:ext cx="659335" cy="657286"/>
          </a:xfrm>
          <a:custGeom>
            <a:avLst/>
            <a:gdLst/>
            <a:ahLst/>
            <a:cxnLst/>
            <a:rect l="l" t="t" r="r" b="b"/>
            <a:pathLst>
              <a:path w="20028" h="20027" extrusionOk="0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32">
            <a:extLst>
              <a:ext uri="{FF2B5EF4-FFF2-40B4-BE49-F238E27FC236}">
                <a16:creationId xmlns:a16="http://schemas.microsoft.com/office/drawing/2014/main" id="{0BBDA7A4-8995-BF9A-42F3-AD5B4663F732}"/>
              </a:ext>
            </a:extLst>
          </p:cNvPr>
          <p:cNvSpPr txBox="1"/>
          <p:nvPr/>
        </p:nvSpPr>
        <p:spPr>
          <a:xfrm>
            <a:off x="1144842" y="1804010"/>
            <a:ext cx="659316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</a:t>
            </a:r>
            <a:endParaRPr sz="1900" b="1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" name="Google Shape;932;p32">
            <a:extLst>
              <a:ext uri="{FF2B5EF4-FFF2-40B4-BE49-F238E27FC236}">
                <a16:creationId xmlns:a16="http://schemas.microsoft.com/office/drawing/2014/main" id="{E27D8693-C952-F19A-918B-4BF47429468A}"/>
              </a:ext>
            </a:extLst>
          </p:cNvPr>
          <p:cNvSpPr/>
          <p:nvPr/>
        </p:nvSpPr>
        <p:spPr>
          <a:xfrm>
            <a:off x="1053450" y="4122152"/>
            <a:ext cx="7037100" cy="8331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950;p32">
            <a:extLst>
              <a:ext uri="{FF2B5EF4-FFF2-40B4-BE49-F238E27FC236}">
                <a16:creationId xmlns:a16="http://schemas.microsoft.com/office/drawing/2014/main" id="{D5A1CCE8-4634-4BBA-BD5C-A5B932D50492}"/>
              </a:ext>
            </a:extLst>
          </p:cNvPr>
          <p:cNvSpPr/>
          <p:nvPr/>
        </p:nvSpPr>
        <p:spPr>
          <a:xfrm>
            <a:off x="1187794" y="4209845"/>
            <a:ext cx="659302" cy="657713"/>
          </a:xfrm>
          <a:custGeom>
            <a:avLst/>
            <a:gdLst/>
            <a:ahLst/>
            <a:cxnLst/>
            <a:rect l="l" t="t" r="r" b="b"/>
            <a:pathLst>
              <a:path w="20027" h="20040" extrusionOk="0">
                <a:moveTo>
                  <a:pt x="10013" y="1"/>
                </a:moveTo>
                <a:cubicBezTo>
                  <a:pt x="4477" y="1"/>
                  <a:pt x="0" y="4490"/>
                  <a:pt x="0" y="10014"/>
                </a:cubicBezTo>
                <a:cubicBezTo>
                  <a:pt x="0" y="15550"/>
                  <a:pt x="4477" y="20039"/>
                  <a:pt x="10013" y="20039"/>
                </a:cubicBezTo>
                <a:cubicBezTo>
                  <a:pt x="15550" y="20039"/>
                  <a:pt x="20026" y="15550"/>
                  <a:pt x="20026" y="10014"/>
                </a:cubicBezTo>
                <a:cubicBezTo>
                  <a:pt x="20026" y="4490"/>
                  <a:pt x="15550" y="1"/>
                  <a:pt x="1001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951;p32">
            <a:extLst>
              <a:ext uri="{FF2B5EF4-FFF2-40B4-BE49-F238E27FC236}">
                <a16:creationId xmlns:a16="http://schemas.microsoft.com/office/drawing/2014/main" id="{60CD034E-083F-8BF6-964C-0481742DAEA8}"/>
              </a:ext>
            </a:extLst>
          </p:cNvPr>
          <p:cNvSpPr txBox="1"/>
          <p:nvPr/>
        </p:nvSpPr>
        <p:spPr>
          <a:xfrm>
            <a:off x="2120400" y="4246258"/>
            <a:ext cx="2437538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Desarrollo de negocio</a:t>
            </a:r>
            <a:endParaRPr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" name="Google Shape;953;p32">
            <a:extLst>
              <a:ext uri="{FF2B5EF4-FFF2-40B4-BE49-F238E27FC236}">
                <a16:creationId xmlns:a16="http://schemas.microsoft.com/office/drawing/2014/main" id="{67213CAF-4811-4DC1-6645-89BFD08A634F}"/>
              </a:ext>
            </a:extLst>
          </p:cNvPr>
          <p:cNvSpPr txBox="1"/>
          <p:nvPr/>
        </p:nvSpPr>
        <p:spPr>
          <a:xfrm>
            <a:off x="1177835" y="4350160"/>
            <a:ext cx="659316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</a:t>
            </a:r>
            <a:endParaRPr sz="19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40997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05E96C08-7EC8-53A8-EC35-F8C31BCAA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656850"/>
              </p:ext>
            </p:extLst>
          </p:nvPr>
        </p:nvGraphicFramePr>
        <p:xfrm>
          <a:off x="970471" y="1509622"/>
          <a:ext cx="4064000" cy="3319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9607089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4294933"/>
                    </a:ext>
                  </a:extLst>
                </a:gridCol>
              </a:tblGrid>
              <a:tr h="483234">
                <a:tc>
                  <a:txBody>
                    <a:bodyPr/>
                    <a:lstStyle/>
                    <a:p>
                      <a:r>
                        <a:rPr lang="es-ES"/>
                        <a:t>DISTRITO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err="1"/>
                        <a:t>Nº</a:t>
                      </a:r>
                      <a:r>
                        <a:rPr lang="es-ES"/>
                        <a:t> TURISMOS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921322"/>
                  </a:ext>
                </a:extLst>
              </a:tr>
              <a:tr h="315153">
                <a:tc>
                  <a:txBody>
                    <a:bodyPr/>
                    <a:lstStyle/>
                    <a:p>
                      <a:r>
                        <a:rPr lang="es-E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23865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555841"/>
                  </a:ext>
                </a:extLst>
              </a:tr>
              <a:tr h="315153">
                <a:tc>
                  <a:txBody>
                    <a:bodyPr/>
                    <a:lstStyle/>
                    <a:p>
                      <a:r>
                        <a:rPr lang="es-E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20924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327779"/>
                  </a:ext>
                </a:extLst>
              </a:tr>
              <a:tr h="315153">
                <a:tc>
                  <a:txBody>
                    <a:bodyPr/>
                    <a:lstStyle/>
                    <a:p>
                      <a:r>
                        <a:rPr lang="es-E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12451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5003307"/>
                  </a:ext>
                </a:extLst>
              </a:tr>
              <a:tr h="315153">
                <a:tc>
                  <a:txBody>
                    <a:bodyPr/>
                    <a:lstStyle/>
                    <a:p>
                      <a:r>
                        <a:rPr lang="es-E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12191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089897"/>
                  </a:ext>
                </a:extLst>
              </a:tr>
              <a:tr h="315153">
                <a:tc>
                  <a:txBody>
                    <a:bodyPr/>
                    <a:lstStyle/>
                    <a:p>
                      <a:r>
                        <a:rPr lang="es-E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11816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9136641"/>
                  </a:ext>
                </a:extLst>
              </a:tr>
              <a:tr h="315153">
                <a:tc>
                  <a:txBody>
                    <a:bodyPr/>
                    <a:lstStyle/>
                    <a:p>
                      <a:r>
                        <a:rPr lang="es-E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10619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629958"/>
                  </a:ext>
                </a:extLst>
              </a:tr>
              <a:tr h="315153">
                <a:tc>
                  <a:txBody>
                    <a:bodyPr/>
                    <a:lstStyle/>
                    <a:p>
                      <a:r>
                        <a:rPr lang="es-E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6038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897478"/>
                  </a:ext>
                </a:extLst>
              </a:tr>
              <a:tr h="315153">
                <a:tc>
                  <a:txBody>
                    <a:bodyPr/>
                    <a:lstStyle/>
                    <a:p>
                      <a:r>
                        <a:rPr lang="es-E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4695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910266"/>
                  </a:ext>
                </a:extLst>
              </a:tr>
              <a:tr h="315153">
                <a:tc>
                  <a:txBody>
                    <a:bodyPr/>
                    <a:lstStyle/>
                    <a:p>
                      <a:r>
                        <a:rPr lang="es-E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1400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121781"/>
                  </a:ext>
                </a:extLst>
              </a:tr>
            </a:tbl>
          </a:graphicData>
        </a:graphic>
      </p:graphicFrame>
      <p:sp>
        <p:nvSpPr>
          <p:cNvPr id="15" name="Google Shape;936;p32">
            <a:extLst>
              <a:ext uri="{FF2B5EF4-FFF2-40B4-BE49-F238E27FC236}">
                <a16:creationId xmlns:a16="http://schemas.microsoft.com/office/drawing/2014/main" id="{DBE3A219-3384-6A15-C93B-FDA6891E5CF5}"/>
              </a:ext>
            </a:extLst>
          </p:cNvPr>
          <p:cNvSpPr/>
          <p:nvPr/>
        </p:nvSpPr>
        <p:spPr>
          <a:xfrm>
            <a:off x="623068" y="268342"/>
            <a:ext cx="8070391" cy="102397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938;p32">
            <a:extLst>
              <a:ext uri="{FF2B5EF4-FFF2-40B4-BE49-F238E27FC236}">
                <a16:creationId xmlns:a16="http://schemas.microsoft.com/office/drawing/2014/main" id="{5D64F50F-C236-764B-A372-63116CFCEF34}"/>
              </a:ext>
            </a:extLst>
          </p:cNvPr>
          <p:cNvSpPr/>
          <p:nvPr/>
        </p:nvSpPr>
        <p:spPr>
          <a:xfrm>
            <a:off x="746398" y="356249"/>
            <a:ext cx="753836" cy="807877"/>
          </a:xfrm>
          <a:custGeom>
            <a:avLst/>
            <a:gdLst/>
            <a:ahLst/>
            <a:cxnLst/>
            <a:rect l="l" t="t" r="r" b="b"/>
            <a:pathLst>
              <a:path w="20028" h="20027" extrusionOk="0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939;p32">
            <a:extLst>
              <a:ext uri="{FF2B5EF4-FFF2-40B4-BE49-F238E27FC236}">
                <a16:creationId xmlns:a16="http://schemas.microsoft.com/office/drawing/2014/main" id="{725010E8-53B6-4E3D-27B8-6703732269D4}"/>
              </a:ext>
            </a:extLst>
          </p:cNvPr>
          <p:cNvSpPr txBox="1"/>
          <p:nvPr/>
        </p:nvSpPr>
        <p:spPr>
          <a:xfrm>
            <a:off x="1711533" y="365664"/>
            <a:ext cx="2589010" cy="72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</a:rPr>
              <a:t>NÚMERO DE TURISMOS</a:t>
            </a:r>
          </a:p>
        </p:txBody>
      </p:sp>
      <p:sp>
        <p:nvSpPr>
          <p:cNvPr id="21" name="Google Shape;941;p32">
            <a:extLst>
              <a:ext uri="{FF2B5EF4-FFF2-40B4-BE49-F238E27FC236}">
                <a16:creationId xmlns:a16="http://schemas.microsoft.com/office/drawing/2014/main" id="{75BEE92E-303C-C1C9-C64D-241FBB055B94}"/>
              </a:ext>
            </a:extLst>
          </p:cNvPr>
          <p:cNvSpPr txBox="1"/>
          <p:nvPr/>
        </p:nvSpPr>
        <p:spPr>
          <a:xfrm>
            <a:off x="746417" y="438292"/>
            <a:ext cx="753814" cy="606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</a:t>
            </a:r>
            <a:endParaRPr sz="19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2" name="Imagen 1" descr="Thumbnail Image trofeo png con numero 7">
            <a:extLst>
              <a:ext uri="{FF2B5EF4-FFF2-40B4-BE49-F238E27FC236}">
                <a16:creationId xmlns:a16="http://schemas.microsoft.com/office/drawing/2014/main" id="{530D3EE8-93F5-C049-C111-1D4FCF8A2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212" y="1725283"/>
            <a:ext cx="2889850" cy="288985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AB26C29-6CA9-4E88-FD5B-A54809EE44A3}"/>
              </a:ext>
            </a:extLst>
          </p:cNvPr>
          <p:cNvSpPr txBox="1"/>
          <p:nvPr/>
        </p:nvSpPr>
        <p:spPr>
          <a:xfrm>
            <a:off x="1138030" y="4827932"/>
            <a:ext cx="732348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La correlación entre la superficie del distrito y el número de turismos es: 0.5727773 </a:t>
            </a:r>
          </a:p>
        </p:txBody>
      </p:sp>
    </p:spTree>
    <p:extLst>
      <p:ext uri="{BB962C8B-B14F-4D97-AF65-F5344CB8AC3E}">
        <p14:creationId xmlns:p14="http://schemas.microsoft.com/office/powerpoint/2010/main" val="331060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34BC227-B429-9E64-6A68-F9227FF53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12" y="60327"/>
            <a:ext cx="7984176" cy="502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54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9730D-7669-474F-C8CF-16BD7F74D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9B436CA-E31E-0CF6-B1BC-2DF96ADA99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585566"/>
              </p:ext>
            </p:extLst>
          </p:nvPr>
        </p:nvGraphicFramePr>
        <p:xfrm>
          <a:off x="367952" y="1495294"/>
          <a:ext cx="5522173" cy="3354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052">
                  <a:extLst>
                    <a:ext uri="{9D8B030D-6E8A-4147-A177-3AD203B41FA5}">
                      <a16:colId xmlns:a16="http://schemas.microsoft.com/office/drawing/2014/main" val="1960708916"/>
                    </a:ext>
                  </a:extLst>
                </a:gridCol>
                <a:gridCol w="1189971">
                  <a:extLst>
                    <a:ext uri="{9D8B030D-6E8A-4147-A177-3AD203B41FA5}">
                      <a16:colId xmlns:a16="http://schemas.microsoft.com/office/drawing/2014/main" val="54294933"/>
                    </a:ext>
                  </a:extLst>
                </a:gridCol>
                <a:gridCol w="1276089">
                  <a:extLst>
                    <a:ext uri="{9D8B030D-6E8A-4147-A177-3AD203B41FA5}">
                      <a16:colId xmlns:a16="http://schemas.microsoft.com/office/drawing/2014/main" val="2973905581"/>
                    </a:ext>
                  </a:extLst>
                </a:gridCol>
                <a:gridCol w="2007061">
                  <a:extLst>
                    <a:ext uri="{9D8B030D-6E8A-4147-A177-3AD203B41FA5}">
                      <a16:colId xmlns:a16="http://schemas.microsoft.com/office/drawing/2014/main" val="121355913"/>
                    </a:ext>
                  </a:extLst>
                </a:gridCol>
              </a:tblGrid>
              <a:tr h="483234">
                <a:tc>
                  <a:txBody>
                    <a:bodyPr/>
                    <a:lstStyle/>
                    <a:p>
                      <a:r>
                        <a:rPr lang="es-ES"/>
                        <a:t>DISTRITO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err="1"/>
                        <a:t>Nº</a:t>
                      </a:r>
                      <a:r>
                        <a:rPr lang="es-ES"/>
                        <a:t> TURISMOS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/>
                        <a:t>SUPERFICIE (KM2)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600"/>
                        <a:t>CONCENTRACION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921322"/>
                  </a:ext>
                </a:extLst>
              </a:tr>
              <a:tr h="315153">
                <a:tc>
                  <a:txBody>
                    <a:bodyPr/>
                    <a:lstStyle/>
                    <a:p>
                      <a:r>
                        <a:rPr lang="es-E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23865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latin typeface="Arial"/>
                        </a:rPr>
                        <a:t>3.0718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7.769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0555841"/>
                  </a:ext>
                </a:extLst>
              </a:tr>
              <a:tr h="315153">
                <a:tc>
                  <a:txBody>
                    <a:bodyPr/>
                    <a:lstStyle/>
                    <a:p>
                      <a:r>
                        <a:rPr lang="es-E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20924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latin typeface="Arial"/>
                        </a:rPr>
                        <a:t>1.0572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19.791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40327779"/>
                  </a:ext>
                </a:extLst>
              </a:tr>
              <a:tr h="315153">
                <a:tc>
                  <a:txBody>
                    <a:bodyPr/>
                    <a:lstStyle/>
                    <a:p>
                      <a:r>
                        <a:rPr lang="es-E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12451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latin typeface="Arial"/>
                        </a:rPr>
                        <a:t>2.1912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5.682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5003307"/>
                  </a:ext>
                </a:extLst>
              </a:tr>
              <a:tr h="315153">
                <a:tc>
                  <a:txBody>
                    <a:bodyPr/>
                    <a:lstStyle/>
                    <a:p>
                      <a:r>
                        <a:rPr lang="es-ES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12191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latin typeface="Arial"/>
                        </a:rPr>
                        <a:t>2.2852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5.334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4089897"/>
                  </a:ext>
                </a:extLst>
              </a:tr>
              <a:tr h="315153">
                <a:tc>
                  <a:txBody>
                    <a:bodyPr/>
                    <a:lstStyle/>
                    <a:p>
                      <a:r>
                        <a:rPr lang="es-E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11816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latin typeface="Arial"/>
                        </a:rPr>
                        <a:t>14.3360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8.242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89136641"/>
                  </a:ext>
                </a:extLst>
              </a:tr>
              <a:tr h="315153">
                <a:tc>
                  <a:txBody>
                    <a:bodyPr/>
                    <a:lstStyle/>
                    <a:p>
                      <a:r>
                        <a:rPr lang="es-E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10619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latin typeface="Arial"/>
                        </a:rPr>
                        <a:t>2.5943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4.093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63629958"/>
                  </a:ext>
                </a:extLst>
              </a:tr>
              <a:tr h="315153">
                <a:tc>
                  <a:txBody>
                    <a:bodyPr/>
                    <a:lstStyle/>
                    <a:p>
                      <a:r>
                        <a:rPr lang="es-E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6038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latin typeface="Arial"/>
                        </a:rPr>
                        <a:t>1.3924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4.336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23897478"/>
                  </a:ext>
                </a:extLst>
              </a:tr>
              <a:tr h="315153">
                <a:tc>
                  <a:txBody>
                    <a:bodyPr/>
                    <a:lstStyle/>
                    <a:p>
                      <a:r>
                        <a:rPr lang="es-E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4695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latin typeface="Arial"/>
                        </a:rPr>
                        <a:t>154.7134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3910266"/>
                  </a:ext>
                </a:extLst>
              </a:tr>
              <a:tr h="315153">
                <a:tc>
                  <a:txBody>
                    <a:bodyPr/>
                    <a:lstStyle/>
                    <a:p>
                      <a:r>
                        <a:rPr lang="es-ES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400" b="0" i="0" u="none" strike="noStrike" noProof="0">
                          <a:latin typeface="Arial"/>
                        </a:rPr>
                        <a:t>0.2504</a:t>
                      </a:r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5.591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14121781"/>
                  </a:ext>
                </a:extLst>
              </a:tr>
            </a:tbl>
          </a:graphicData>
        </a:graphic>
      </p:graphicFrame>
      <p:sp>
        <p:nvSpPr>
          <p:cNvPr id="15" name="Google Shape;936;p32">
            <a:extLst>
              <a:ext uri="{FF2B5EF4-FFF2-40B4-BE49-F238E27FC236}">
                <a16:creationId xmlns:a16="http://schemas.microsoft.com/office/drawing/2014/main" id="{EAF85D8D-AD5E-5EC1-8559-D17A9CC027E1}"/>
              </a:ext>
            </a:extLst>
          </p:cNvPr>
          <p:cNvSpPr/>
          <p:nvPr/>
        </p:nvSpPr>
        <p:spPr>
          <a:xfrm>
            <a:off x="623068" y="268342"/>
            <a:ext cx="8070391" cy="102397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938;p32">
            <a:extLst>
              <a:ext uri="{FF2B5EF4-FFF2-40B4-BE49-F238E27FC236}">
                <a16:creationId xmlns:a16="http://schemas.microsoft.com/office/drawing/2014/main" id="{E867C6B5-7C17-44B2-434C-B4575550BE3E}"/>
              </a:ext>
            </a:extLst>
          </p:cNvPr>
          <p:cNvSpPr/>
          <p:nvPr/>
        </p:nvSpPr>
        <p:spPr>
          <a:xfrm>
            <a:off x="746398" y="356249"/>
            <a:ext cx="753836" cy="807877"/>
          </a:xfrm>
          <a:custGeom>
            <a:avLst/>
            <a:gdLst/>
            <a:ahLst/>
            <a:cxnLst/>
            <a:rect l="l" t="t" r="r" b="b"/>
            <a:pathLst>
              <a:path w="20028" h="20027" extrusionOk="0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939;p32">
            <a:extLst>
              <a:ext uri="{FF2B5EF4-FFF2-40B4-BE49-F238E27FC236}">
                <a16:creationId xmlns:a16="http://schemas.microsoft.com/office/drawing/2014/main" id="{A21BD54B-169D-D05A-F5FA-D5500E0F7C7E}"/>
              </a:ext>
            </a:extLst>
          </p:cNvPr>
          <p:cNvSpPr txBox="1"/>
          <p:nvPr/>
        </p:nvSpPr>
        <p:spPr>
          <a:xfrm>
            <a:off x="1711533" y="365664"/>
            <a:ext cx="2589010" cy="72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</a:rPr>
              <a:t>NMERO DE TURISMOS</a:t>
            </a:r>
          </a:p>
        </p:txBody>
      </p:sp>
      <p:sp>
        <p:nvSpPr>
          <p:cNvPr id="21" name="Google Shape;941;p32">
            <a:extLst>
              <a:ext uri="{FF2B5EF4-FFF2-40B4-BE49-F238E27FC236}">
                <a16:creationId xmlns:a16="http://schemas.microsoft.com/office/drawing/2014/main" id="{2437F5F1-91F0-57D8-686F-4877FBF9EF20}"/>
              </a:ext>
            </a:extLst>
          </p:cNvPr>
          <p:cNvSpPr txBox="1"/>
          <p:nvPr/>
        </p:nvSpPr>
        <p:spPr>
          <a:xfrm>
            <a:off x="746417" y="438292"/>
            <a:ext cx="753814" cy="606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</a:t>
            </a:r>
            <a:endParaRPr sz="19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4" name="Imagen 3" descr="Thumbnail Image trofeo png con numero 7">
            <a:extLst>
              <a:ext uri="{FF2B5EF4-FFF2-40B4-BE49-F238E27FC236}">
                <a16:creationId xmlns:a16="http://schemas.microsoft.com/office/drawing/2014/main" id="{0AA0E4CE-2221-AACA-3F9E-D19CEE499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126" y="1813418"/>
            <a:ext cx="2889850" cy="2889850"/>
          </a:xfrm>
          <a:prstGeom prst="rect">
            <a:avLst/>
          </a:prstGeom>
        </p:spPr>
      </p:pic>
      <p:pic>
        <p:nvPicPr>
          <p:cNvPr id="1026" name="Picture 2" descr="Cruz Roja PNG para descargar gratis">
            <a:extLst>
              <a:ext uri="{FF2B5EF4-FFF2-40B4-BE49-F238E27FC236}">
                <a16:creationId xmlns:a16="http://schemas.microsoft.com/office/drawing/2014/main" id="{24E92F74-E459-43B7-DB0D-607803A2F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628" y="2390660"/>
            <a:ext cx="792066" cy="792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CA72CD2-E55B-A194-BFF7-AA680794C54D}"/>
              </a:ext>
            </a:extLst>
          </p:cNvPr>
          <p:cNvSpPr txBox="1"/>
          <p:nvPr/>
        </p:nvSpPr>
        <p:spPr>
          <a:xfrm>
            <a:off x="8192191" y="2167063"/>
            <a:ext cx="10025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sis MT Pro Black" panose="02040A040500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40452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BC281888-1A80-C8C1-7468-ABF265B03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9">
            <a:extLst>
              <a:ext uri="{FF2B5EF4-FFF2-40B4-BE49-F238E27FC236}">
                <a16:creationId xmlns:a16="http://schemas.microsoft.com/office/drawing/2014/main" id="{23A96FD7-0D72-E8F5-84D3-98F8310F4FAC}"/>
              </a:ext>
            </a:extLst>
          </p:cNvPr>
          <p:cNvSpPr/>
          <p:nvPr/>
        </p:nvSpPr>
        <p:spPr>
          <a:xfrm>
            <a:off x="4709102" y="1400595"/>
            <a:ext cx="1502146" cy="1464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9">
            <a:extLst>
              <a:ext uri="{FF2B5EF4-FFF2-40B4-BE49-F238E27FC236}">
                <a16:creationId xmlns:a16="http://schemas.microsoft.com/office/drawing/2014/main" id="{FBED1F51-0308-637A-0A4C-80C7E2A6786A}"/>
              </a:ext>
            </a:extLst>
          </p:cNvPr>
          <p:cNvSpPr/>
          <p:nvPr/>
        </p:nvSpPr>
        <p:spPr>
          <a:xfrm>
            <a:off x="5844243" y="1735830"/>
            <a:ext cx="551345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086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9">
            <a:extLst>
              <a:ext uri="{FF2B5EF4-FFF2-40B4-BE49-F238E27FC236}">
                <a16:creationId xmlns:a16="http://schemas.microsoft.com/office/drawing/2014/main" id="{81F18491-AF26-303E-B702-199583B9C183}"/>
              </a:ext>
            </a:extLst>
          </p:cNvPr>
          <p:cNvSpPr txBox="1"/>
          <p:nvPr/>
        </p:nvSpPr>
        <p:spPr>
          <a:xfrm>
            <a:off x="4555725" y="3120089"/>
            <a:ext cx="1932799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 R² del </a:t>
            </a:r>
            <a:r>
              <a:rPr lang="en" sz="12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modelo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es bajo, </a:t>
            </a:r>
            <a:r>
              <a:rPr lang="en" sz="12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modelo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lineal no </a:t>
            </a:r>
            <a:r>
              <a:rPr lang="en" sz="12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explica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bien la </a:t>
            </a:r>
            <a:r>
              <a:rPr lang="en" sz="12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variación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total del </a:t>
            </a:r>
            <a:r>
              <a:rPr lang="en" sz="12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precio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 </a:t>
            </a:r>
            <a:r>
              <a:rPr lang="en" sz="12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partir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del </a:t>
            </a:r>
            <a:r>
              <a:rPr lang="es-ES" sz="12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distrito</a:t>
            </a:r>
          </a:p>
        </p:txBody>
      </p:sp>
      <p:sp>
        <p:nvSpPr>
          <p:cNvPr id="296" name="Google Shape;296;p19">
            <a:extLst>
              <a:ext uri="{FF2B5EF4-FFF2-40B4-BE49-F238E27FC236}">
                <a16:creationId xmlns:a16="http://schemas.microsoft.com/office/drawing/2014/main" id="{9E18C6A3-CA0D-2B30-E928-2DFE579483DD}"/>
              </a:ext>
            </a:extLst>
          </p:cNvPr>
          <p:cNvSpPr txBox="1"/>
          <p:nvPr/>
        </p:nvSpPr>
        <p:spPr>
          <a:xfrm>
            <a:off x="4730425" y="1791760"/>
            <a:ext cx="1459500" cy="7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228600" rIns="228600" bIns="228600" anchor="ctr" anchorCtr="0">
            <a:noAutofit/>
          </a:bodyPr>
          <a:lstStyle/>
          <a:p>
            <a:pPr algn="ctr"/>
            <a:r>
              <a:rPr lang="es-ES"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R² &lt; 0.001</a:t>
            </a:r>
          </a:p>
        </p:txBody>
      </p:sp>
      <p:sp>
        <p:nvSpPr>
          <p:cNvPr id="2" name="Google Shape;285;p19">
            <a:extLst>
              <a:ext uri="{FF2B5EF4-FFF2-40B4-BE49-F238E27FC236}">
                <a16:creationId xmlns:a16="http://schemas.microsoft.com/office/drawing/2014/main" id="{7B3E342D-DF92-DBDA-845F-BE4394A93699}"/>
              </a:ext>
            </a:extLst>
          </p:cNvPr>
          <p:cNvSpPr/>
          <p:nvPr/>
        </p:nvSpPr>
        <p:spPr>
          <a:xfrm>
            <a:off x="3750369" y="1734803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128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287;p19">
            <a:extLst>
              <a:ext uri="{FF2B5EF4-FFF2-40B4-BE49-F238E27FC236}">
                <a16:creationId xmlns:a16="http://schemas.microsoft.com/office/drawing/2014/main" id="{C0FEB13A-02B5-5FC9-D8C9-F9065D0C09BB}"/>
              </a:ext>
            </a:extLst>
          </p:cNvPr>
          <p:cNvSpPr/>
          <p:nvPr/>
        </p:nvSpPr>
        <p:spPr>
          <a:xfrm>
            <a:off x="2290771" y="1399580"/>
            <a:ext cx="1459500" cy="1464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88;p19">
            <a:extLst>
              <a:ext uri="{FF2B5EF4-FFF2-40B4-BE49-F238E27FC236}">
                <a16:creationId xmlns:a16="http://schemas.microsoft.com/office/drawing/2014/main" id="{4BDB8755-EEA9-A463-5766-B4F09EDFA6FC}"/>
              </a:ext>
            </a:extLst>
          </p:cNvPr>
          <p:cNvSpPr/>
          <p:nvPr/>
        </p:nvSpPr>
        <p:spPr>
          <a:xfrm>
            <a:off x="3611889" y="1734815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128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89;p19">
            <a:extLst>
              <a:ext uri="{FF2B5EF4-FFF2-40B4-BE49-F238E27FC236}">
                <a16:creationId xmlns:a16="http://schemas.microsoft.com/office/drawing/2014/main" id="{8F5A5AD4-0B31-9BD0-BB5C-4CC875D91FC1}"/>
              </a:ext>
            </a:extLst>
          </p:cNvPr>
          <p:cNvSpPr/>
          <p:nvPr/>
        </p:nvSpPr>
        <p:spPr>
          <a:xfrm>
            <a:off x="3425913" y="1734815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086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91;p19">
            <a:extLst>
              <a:ext uri="{FF2B5EF4-FFF2-40B4-BE49-F238E27FC236}">
                <a16:creationId xmlns:a16="http://schemas.microsoft.com/office/drawing/2014/main" id="{821EB354-3F27-1E07-EDDB-C101B909EFA0}"/>
              </a:ext>
            </a:extLst>
          </p:cNvPr>
          <p:cNvSpPr txBox="1"/>
          <p:nvPr/>
        </p:nvSpPr>
        <p:spPr>
          <a:xfrm>
            <a:off x="2324314" y="1787374"/>
            <a:ext cx="1459500" cy="7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228600" rIns="228600" bIns="2286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ANOVA</a:t>
            </a:r>
            <a:endParaRPr sz="1600"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" name="Google Shape;293;p19">
            <a:extLst>
              <a:ext uri="{FF2B5EF4-FFF2-40B4-BE49-F238E27FC236}">
                <a16:creationId xmlns:a16="http://schemas.microsoft.com/office/drawing/2014/main" id="{2E6E484F-4BE1-B980-5FE9-D60AE7761EE7}"/>
              </a:ext>
            </a:extLst>
          </p:cNvPr>
          <p:cNvSpPr/>
          <p:nvPr/>
        </p:nvSpPr>
        <p:spPr>
          <a:xfrm>
            <a:off x="1933864" y="1734815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128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297;p19">
            <a:extLst>
              <a:ext uri="{FF2B5EF4-FFF2-40B4-BE49-F238E27FC236}">
                <a16:creationId xmlns:a16="http://schemas.microsoft.com/office/drawing/2014/main" id="{E8BE27E0-F34A-5327-F217-76D753DD1A72}"/>
              </a:ext>
            </a:extLst>
          </p:cNvPr>
          <p:cNvSpPr txBox="1"/>
          <p:nvPr/>
        </p:nvSpPr>
        <p:spPr>
          <a:xfrm>
            <a:off x="1786006" y="3125455"/>
            <a:ext cx="2690106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 ANOVA </a:t>
            </a:r>
            <a:r>
              <a:rPr lang="en" sz="12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muestra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un valor-p </a:t>
            </a:r>
            <a:r>
              <a:rPr lang="en" sz="12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muy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bajo, </a:t>
            </a:r>
            <a:r>
              <a:rPr lang="en" sz="12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esto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confirma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que hay </a:t>
            </a:r>
            <a:r>
              <a:rPr lang="en" sz="12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diferencias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estadisticamente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significativas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entre </a:t>
            </a:r>
            <a:r>
              <a:rPr lang="en" sz="12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distritos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relación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al </a:t>
            </a:r>
            <a:r>
              <a:rPr lang="es-ES" sz="12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precio</a:t>
            </a:r>
          </a:p>
        </p:txBody>
      </p:sp>
      <p:sp>
        <p:nvSpPr>
          <p:cNvPr id="10" name="Google Shape;935;p32">
            <a:extLst>
              <a:ext uri="{FF2B5EF4-FFF2-40B4-BE49-F238E27FC236}">
                <a16:creationId xmlns:a16="http://schemas.microsoft.com/office/drawing/2014/main" id="{E799C4DC-F117-FD41-11F1-4F3EDF5C876E}"/>
              </a:ext>
            </a:extLst>
          </p:cNvPr>
          <p:cNvSpPr/>
          <p:nvPr/>
        </p:nvSpPr>
        <p:spPr>
          <a:xfrm>
            <a:off x="424851" y="249114"/>
            <a:ext cx="8319248" cy="10094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943;p32">
            <a:extLst>
              <a:ext uri="{FF2B5EF4-FFF2-40B4-BE49-F238E27FC236}">
                <a16:creationId xmlns:a16="http://schemas.microsoft.com/office/drawing/2014/main" id="{FCA55CFC-C96A-4D72-79B0-1C5C57DCFA22}"/>
              </a:ext>
            </a:extLst>
          </p:cNvPr>
          <p:cNvSpPr txBox="1"/>
          <p:nvPr/>
        </p:nvSpPr>
        <p:spPr>
          <a:xfrm>
            <a:off x="1491801" y="355887"/>
            <a:ext cx="3644411" cy="752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PRECIO DE LA VIVIENDA Y DISTRITO</a:t>
            </a:r>
            <a:endParaRPr lang="en"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</a:endParaRPr>
          </a:p>
        </p:txBody>
      </p:sp>
      <p:sp>
        <p:nvSpPr>
          <p:cNvPr id="14" name="Google Shape;955;p32">
            <a:extLst>
              <a:ext uri="{FF2B5EF4-FFF2-40B4-BE49-F238E27FC236}">
                <a16:creationId xmlns:a16="http://schemas.microsoft.com/office/drawing/2014/main" id="{043E2FB0-0771-8A50-964E-5841D63E9A34}"/>
              </a:ext>
            </a:extLst>
          </p:cNvPr>
          <p:cNvSpPr/>
          <p:nvPr/>
        </p:nvSpPr>
        <p:spPr>
          <a:xfrm>
            <a:off x="541509" y="328141"/>
            <a:ext cx="779465" cy="796412"/>
          </a:xfrm>
          <a:custGeom>
            <a:avLst/>
            <a:gdLst/>
            <a:ahLst/>
            <a:cxnLst/>
            <a:rect l="l" t="t" r="r" b="b"/>
            <a:pathLst>
              <a:path w="20028" h="20027" extrusionOk="0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945;p32">
            <a:extLst>
              <a:ext uri="{FF2B5EF4-FFF2-40B4-BE49-F238E27FC236}">
                <a16:creationId xmlns:a16="http://schemas.microsoft.com/office/drawing/2014/main" id="{DFF25988-A6CE-D09B-7F5B-CDA5EDC17B8F}"/>
              </a:ext>
            </a:extLst>
          </p:cNvPr>
          <p:cNvSpPr txBox="1"/>
          <p:nvPr/>
        </p:nvSpPr>
        <p:spPr>
          <a:xfrm>
            <a:off x="516243" y="409010"/>
            <a:ext cx="779442" cy="597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</a:t>
            </a:r>
            <a:endParaRPr sz="1900" b="1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501509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9BCFADA8-6758-7547-98A3-38A82B93D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">
            <a:extLst>
              <a:ext uri="{FF2B5EF4-FFF2-40B4-BE49-F238E27FC236}">
                <a16:creationId xmlns:a16="http://schemas.microsoft.com/office/drawing/2014/main" id="{6ECACF4D-5BFA-0386-0E9A-C016BB10BA51}"/>
              </a:ext>
            </a:extLst>
          </p:cNvPr>
          <p:cNvSpPr/>
          <p:nvPr/>
        </p:nvSpPr>
        <p:spPr>
          <a:xfrm>
            <a:off x="4742959" y="1871288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128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935;p32">
            <a:extLst>
              <a:ext uri="{FF2B5EF4-FFF2-40B4-BE49-F238E27FC236}">
                <a16:creationId xmlns:a16="http://schemas.microsoft.com/office/drawing/2014/main" id="{AA4DE180-FE43-0A04-1613-4B8F097B96A1}"/>
              </a:ext>
            </a:extLst>
          </p:cNvPr>
          <p:cNvSpPr/>
          <p:nvPr/>
        </p:nvSpPr>
        <p:spPr>
          <a:xfrm>
            <a:off x="424851" y="249114"/>
            <a:ext cx="8319248" cy="10094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943;p32">
            <a:extLst>
              <a:ext uri="{FF2B5EF4-FFF2-40B4-BE49-F238E27FC236}">
                <a16:creationId xmlns:a16="http://schemas.microsoft.com/office/drawing/2014/main" id="{2FF273F8-8E98-E5C7-83AB-10FFF6C66134}"/>
              </a:ext>
            </a:extLst>
          </p:cNvPr>
          <p:cNvSpPr txBox="1"/>
          <p:nvPr/>
        </p:nvSpPr>
        <p:spPr>
          <a:xfrm>
            <a:off x="1491801" y="355887"/>
            <a:ext cx="3644411" cy="752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PRECIO DE LA VIVIENDA Y DISTRITO</a:t>
            </a:r>
            <a:endParaRPr lang="en"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</a:endParaRPr>
          </a:p>
        </p:txBody>
      </p:sp>
      <p:sp>
        <p:nvSpPr>
          <p:cNvPr id="10" name="Google Shape;955;p32">
            <a:extLst>
              <a:ext uri="{FF2B5EF4-FFF2-40B4-BE49-F238E27FC236}">
                <a16:creationId xmlns:a16="http://schemas.microsoft.com/office/drawing/2014/main" id="{81AB66B0-A25E-19E8-0197-E29A69724EA7}"/>
              </a:ext>
            </a:extLst>
          </p:cNvPr>
          <p:cNvSpPr/>
          <p:nvPr/>
        </p:nvSpPr>
        <p:spPr>
          <a:xfrm>
            <a:off x="541509" y="328141"/>
            <a:ext cx="779465" cy="796412"/>
          </a:xfrm>
          <a:custGeom>
            <a:avLst/>
            <a:gdLst/>
            <a:ahLst/>
            <a:cxnLst/>
            <a:rect l="l" t="t" r="r" b="b"/>
            <a:pathLst>
              <a:path w="20028" h="20027" extrusionOk="0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945;p32">
            <a:extLst>
              <a:ext uri="{FF2B5EF4-FFF2-40B4-BE49-F238E27FC236}">
                <a16:creationId xmlns:a16="http://schemas.microsoft.com/office/drawing/2014/main" id="{6B8146C5-CD51-D20E-98BF-ECB2CB473992}"/>
              </a:ext>
            </a:extLst>
          </p:cNvPr>
          <p:cNvSpPr txBox="1"/>
          <p:nvPr/>
        </p:nvSpPr>
        <p:spPr>
          <a:xfrm>
            <a:off x="516243" y="409010"/>
            <a:ext cx="779442" cy="597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</a:t>
            </a:r>
            <a:endParaRPr sz="1900" b="1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4" name="Imagen 3" descr="Gráfico, Gráfico de dispersión&#10;&#10;El contenido generado por inteligencia artificial puede ser incorrecto.">
            <a:extLst>
              <a:ext uri="{FF2B5EF4-FFF2-40B4-BE49-F238E27FC236}">
                <a16:creationId xmlns:a16="http://schemas.microsoft.com/office/drawing/2014/main" id="{888A0A55-F2C6-EBFD-826C-9B85D594E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652" y="1283804"/>
            <a:ext cx="3828695" cy="380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702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3">
          <a:extLst>
            <a:ext uri="{FF2B5EF4-FFF2-40B4-BE49-F238E27FC236}">
              <a16:creationId xmlns:a16="http://schemas.microsoft.com/office/drawing/2014/main" id="{B4A4E777-782C-823E-96D5-FADEBD7E1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0">
            <a:extLst>
              <a:ext uri="{FF2B5EF4-FFF2-40B4-BE49-F238E27FC236}">
                <a16:creationId xmlns:a16="http://schemas.microsoft.com/office/drawing/2014/main" id="{9D1267F8-BF72-659D-2F4E-6749FA9D45C0}"/>
              </a:ext>
            </a:extLst>
          </p:cNvPr>
          <p:cNvSpPr/>
          <p:nvPr/>
        </p:nvSpPr>
        <p:spPr>
          <a:xfrm>
            <a:off x="459718" y="1468902"/>
            <a:ext cx="1733882" cy="283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lt1"/>
                </a:solidFill>
                <a:latin typeface="Fira Sans Extra Condensed"/>
              </a:rPr>
              <a:t>Correlación</a:t>
            </a:r>
            <a:endParaRPr lang="es-ES"/>
          </a:p>
        </p:txBody>
      </p:sp>
      <p:sp>
        <p:nvSpPr>
          <p:cNvPr id="820" name="Google Shape;820;p30">
            <a:extLst>
              <a:ext uri="{FF2B5EF4-FFF2-40B4-BE49-F238E27FC236}">
                <a16:creationId xmlns:a16="http://schemas.microsoft.com/office/drawing/2014/main" id="{27F6C2D2-6FB7-703C-E654-EDD5B304E469}"/>
              </a:ext>
            </a:extLst>
          </p:cNvPr>
          <p:cNvSpPr/>
          <p:nvPr/>
        </p:nvSpPr>
        <p:spPr>
          <a:xfrm>
            <a:off x="458237" y="3339391"/>
            <a:ext cx="1725599" cy="27521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baseline="0">
                <a:solidFill>
                  <a:srgbClr val="FFFFFF"/>
                </a:solidFill>
                <a:latin typeface="Fira Sans Extra Condensed"/>
              </a:rPr>
              <a:t>Coeficiente GINI</a:t>
            </a:r>
            <a:r>
              <a:rPr lang="en-US" sz="1600" b="0" i="0">
                <a:latin typeface="Fira Sans Extra Condensed"/>
              </a:rPr>
              <a:t>​</a:t>
            </a:r>
            <a:endParaRPr/>
          </a:p>
        </p:txBody>
      </p:sp>
      <p:sp>
        <p:nvSpPr>
          <p:cNvPr id="849" name="Google Shape;849;p30">
            <a:extLst>
              <a:ext uri="{FF2B5EF4-FFF2-40B4-BE49-F238E27FC236}">
                <a16:creationId xmlns:a16="http://schemas.microsoft.com/office/drawing/2014/main" id="{80E87DB8-91FC-30E1-1FB6-10F99F1C6044}"/>
              </a:ext>
            </a:extLst>
          </p:cNvPr>
          <p:cNvSpPr txBox="1"/>
          <p:nvPr/>
        </p:nvSpPr>
        <p:spPr>
          <a:xfrm>
            <a:off x="457200" y="1902331"/>
            <a:ext cx="7622088" cy="7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18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La correlación entre el valor total de inmuebles y turismos es: 0.8875935 </a:t>
            </a:r>
            <a:endParaRPr lang="es-ES" sz="18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s-ES" sz="18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La correlación entre el valor promedio de inmuebles y turismos es: 0.9539953</a:t>
            </a:r>
            <a:endParaRPr lang="es-ES" sz="18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2" name="Google Shape;852;p30">
            <a:extLst>
              <a:ext uri="{FF2B5EF4-FFF2-40B4-BE49-F238E27FC236}">
                <a16:creationId xmlns:a16="http://schemas.microsoft.com/office/drawing/2014/main" id="{30D02FB6-8FB3-969E-4D78-19226FFC37EC}"/>
              </a:ext>
            </a:extLst>
          </p:cNvPr>
          <p:cNvSpPr txBox="1"/>
          <p:nvPr/>
        </p:nvSpPr>
        <p:spPr>
          <a:xfrm>
            <a:off x="457200" y="3614316"/>
            <a:ext cx="8035447" cy="7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18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Coeficiente de Gini para inmuebles: 0.3967146 </a:t>
            </a:r>
            <a:endParaRPr lang="es-ES" sz="18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s-ES" sz="18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Coeficiente de Gini para turismos:  0.33693</a:t>
            </a:r>
            <a:endParaRPr lang="es-ES" sz="18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Google Shape;826;p30">
            <a:extLst>
              <a:ext uri="{FF2B5EF4-FFF2-40B4-BE49-F238E27FC236}">
                <a16:creationId xmlns:a16="http://schemas.microsoft.com/office/drawing/2014/main" id="{2FBFFAD2-D5DF-1A35-5BB3-1D2B1CF994CE}"/>
              </a:ext>
            </a:extLst>
          </p:cNvPr>
          <p:cNvSpPr txBox="1"/>
          <p:nvPr/>
        </p:nvSpPr>
        <p:spPr>
          <a:xfrm>
            <a:off x="2191299" y="1308137"/>
            <a:ext cx="4457434" cy="597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Mejor correlación: riqueza con valor de inmuebles</a:t>
            </a:r>
            <a:endParaRPr sz="16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" name="Google Shape;934;p32">
            <a:extLst>
              <a:ext uri="{FF2B5EF4-FFF2-40B4-BE49-F238E27FC236}">
                <a16:creationId xmlns:a16="http://schemas.microsoft.com/office/drawing/2014/main" id="{9B2E031F-A54C-E41A-74CF-3183518CD693}"/>
              </a:ext>
            </a:extLst>
          </p:cNvPr>
          <p:cNvSpPr/>
          <p:nvPr/>
        </p:nvSpPr>
        <p:spPr>
          <a:xfrm>
            <a:off x="489549" y="211390"/>
            <a:ext cx="8229600" cy="1012081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946;p32">
            <a:extLst>
              <a:ext uri="{FF2B5EF4-FFF2-40B4-BE49-F238E27FC236}">
                <a16:creationId xmlns:a16="http://schemas.microsoft.com/office/drawing/2014/main" id="{D39E981F-37C5-2CB0-2CDE-8E02853AF86E}"/>
              </a:ext>
            </a:extLst>
          </p:cNvPr>
          <p:cNvSpPr/>
          <p:nvPr/>
        </p:nvSpPr>
        <p:spPr>
          <a:xfrm>
            <a:off x="613947" y="280986"/>
            <a:ext cx="768669" cy="826787"/>
          </a:xfrm>
          <a:custGeom>
            <a:avLst/>
            <a:gdLst/>
            <a:ahLst/>
            <a:cxnLst/>
            <a:rect l="l" t="t" r="r" b="b"/>
            <a:pathLst>
              <a:path w="20027" h="20027" extrusionOk="0">
                <a:moveTo>
                  <a:pt x="10014" y="0"/>
                </a:moveTo>
                <a:cubicBezTo>
                  <a:pt x="4477" y="0"/>
                  <a:pt x="0" y="4477"/>
                  <a:pt x="0" y="10013"/>
                </a:cubicBezTo>
                <a:cubicBezTo>
                  <a:pt x="0" y="15538"/>
                  <a:pt x="4477" y="20026"/>
                  <a:pt x="10014" y="20026"/>
                </a:cubicBezTo>
                <a:cubicBezTo>
                  <a:pt x="15550" y="20026"/>
                  <a:pt x="20027" y="15538"/>
                  <a:pt x="20027" y="10013"/>
                </a:cubicBezTo>
                <a:cubicBezTo>
                  <a:pt x="20027" y="4477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947;p32">
            <a:extLst>
              <a:ext uri="{FF2B5EF4-FFF2-40B4-BE49-F238E27FC236}">
                <a16:creationId xmlns:a16="http://schemas.microsoft.com/office/drawing/2014/main" id="{D6B6C697-35A6-7C45-66DC-118319E1FB34}"/>
              </a:ext>
            </a:extLst>
          </p:cNvPr>
          <p:cNvSpPr txBox="1"/>
          <p:nvPr/>
        </p:nvSpPr>
        <p:spPr>
          <a:xfrm>
            <a:off x="1556499" y="333538"/>
            <a:ext cx="2881215" cy="739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DISTRIBUCIÓN DE RIQUEZA</a:t>
            </a:r>
            <a:endParaRPr lang="en"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</a:endParaRPr>
          </a:p>
        </p:txBody>
      </p:sp>
      <p:sp>
        <p:nvSpPr>
          <p:cNvPr id="10" name="Google Shape;949;p32">
            <a:extLst>
              <a:ext uri="{FF2B5EF4-FFF2-40B4-BE49-F238E27FC236}">
                <a16:creationId xmlns:a16="http://schemas.microsoft.com/office/drawing/2014/main" id="{91104102-4734-B563-AF49-21319AAB4D53}"/>
              </a:ext>
            </a:extLst>
          </p:cNvPr>
          <p:cNvSpPr txBox="1"/>
          <p:nvPr/>
        </p:nvSpPr>
        <p:spPr>
          <a:xfrm>
            <a:off x="646940" y="371291"/>
            <a:ext cx="691501" cy="620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</a:t>
            </a:r>
            <a:endParaRPr sz="19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2050" name="Picture 2" descr="monedas de dólar de oro 9665666 PNG">
            <a:extLst>
              <a:ext uri="{FF2B5EF4-FFF2-40B4-BE49-F238E27FC236}">
                <a16:creationId xmlns:a16="http://schemas.microsoft.com/office/drawing/2014/main" id="{3C3909CB-B4E8-AD5C-46D8-A2E64CB0F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581" y="2901157"/>
            <a:ext cx="2244419" cy="2242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7769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FEEB310C-8F1D-23B6-1450-6AB300B10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">
            <a:extLst>
              <a:ext uri="{FF2B5EF4-FFF2-40B4-BE49-F238E27FC236}">
                <a16:creationId xmlns:a16="http://schemas.microsoft.com/office/drawing/2014/main" id="{DD4DCA3B-1EA9-86CD-4EE1-1DB387DDB484}"/>
              </a:ext>
            </a:extLst>
          </p:cNvPr>
          <p:cNvSpPr/>
          <p:nvPr/>
        </p:nvSpPr>
        <p:spPr>
          <a:xfrm>
            <a:off x="4742959" y="1871288"/>
            <a:ext cx="535692" cy="829501"/>
          </a:xfrm>
          <a:custGeom>
            <a:avLst/>
            <a:gdLst/>
            <a:ahLst/>
            <a:cxnLst/>
            <a:rect l="l" t="t" r="r" b="b"/>
            <a:pathLst>
              <a:path w="15124" h="23419" extrusionOk="0">
                <a:moveTo>
                  <a:pt x="0" y="0"/>
                </a:moveTo>
                <a:lnTo>
                  <a:pt x="8128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932;p32">
            <a:extLst>
              <a:ext uri="{FF2B5EF4-FFF2-40B4-BE49-F238E27FC236}">
                <a16:creationId xmlns:a16="http://schemas.microsoft.com/office/drawing/2014/main" id="{576FE36B-0CBF-23FA-CB56-18F450E15C35}"/>
              </a:ext>
            </a:extLst>
          </p:cNvPr>
          <p:cNvSpPr/>
          <p:nvPr/>
        </p:nvSpPr>
        <p:spPr>
          <a:xfrm>
            <a:off x="387924" y="181578"/>
            <a:ext cx="8413282" cy="107013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950;p32">
            <a:extLst>
              <a:ext uri="{FF2B5EF4-FFF2-40B4-BE49-F238E27FC236}">
                <a16:creationId xmlns:a16="http://schemas.microsoft.com/office/drawing/2014/main" id="{6F556BE4-E9F0-DDEB-542B-3CFF73F50B82}"/>
              </a:ext>
            </a:extLst>
          </p:cNvPr>
          <p:cNvSpPr/>
          <p:nvPr/>
        </p:nvSpPr>
        <p:spPr>
          <a:xfrm>
            <a:off x="504616" y="248723"/>
            <a:ext cx="785826" cy="844849"/>
          </a:xfrm>
          <a:custGeom>
            <a:avLst/>
            <a:gdLst/>
            <a:ahLst/>
            <a:cxnLst/>
            <a:rect l="l" t="t" r="r" b="b"/>
            <a:pathLst>
              <a:path w="20027" h="20040" extrusionOk="0">
                <a:moveTo>
                  <a:pt x="10013" y="1"/>
                </a:moveTo>
                <a:cubicBezTo>
                  <a:pt x="4477" y="1"/>
                  <a:pt x="0" y="4490"/>
                  <a:pt x="0" y="10014"/>
                </a:cubicBezTo>
                <a:cubicBezTo>
                  <a:pt x="0" y="15550"/>
                  <a:pt x="4477" y="20039"/>
                  <a:pt x="10013" y="20039"/>
                </a:cubicBezTo>
                <a:cubicBezTo>
                  <a:pt x="15550" y="20039"/>
                  <a:pt x="20026" y="15550"/>
                  <a:pt x="20026" y="10014"/>
                </a:cubicBezTo>
                <a:cubicBezTo>
                  <a:pt x="20026" y="4490"/>
                  <a:pt x="15550" y="1"/>
                  <a:pt x="1001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951;p32">
            <a:extLst>
              <a:ext uri="{FF2B5EF4-FFF2-40B4-BE49-F238E27FC236}">
                <a16:creationId xmlns:a16="http://schemas.microsoft.com/office/drawing/2014/main" id="{EAF5DA9B-527F-D7F7-ACEC-0AA63B64454F}"/>
              </a:ext>
            </a:extLst>
          </p:cNvPr>
          <p:cNvSpPr txBox="1"/>
          <p:nvPr/>
        </p:nvSpPr>
        <p:spPr>
          <a:xfrm>
            <a:off x="1454875" y="287578"/>
            <a:ext cx="3674335" cy="798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GRANDES TENEDORES DE INMUEBLES</a:t>
            </a:r>
            <a:endParaRPr lang="en"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</a:endParaRPr>
          </a:p>
        </p:txBody>
      </p:sp>
      <p:sp>
        <p:nvSpPr>
          <p:cNvPr id="12" name="Google Shape;953;p32">
            <a:extLst>
              <a:ext uri="{FF2B5EF4-FFF2-40B4-BE49-F238E27FC236}">
                <a16:creationId xmlns:a16="http://schemas.microsoft.com/office/drawing/2014/main" id="{989126DB-74EF-2305-9A60-4349FCBE84BB}"/>
              </a:ext>
            </a:extLst>
          </p:cNvPr>
          <p:cNvSpPr txBox="1"/>
          <p:nvPr/>
        </p:nvSpPr>
        <p:spPr>
          <a:xfrm>
            <a:off x="487623" y="338778"/>
            <a:ext cx="785843" cy="633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endParaRPr sz="19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5" name="Imagen 4" descr="Gráfico, Gráfico de barras&#10;&#10;El contenido generado por inteligencia artificial puede ser incorrecto.">
            <a:extLst>
              <a:ext uri="{FF2B5EF4-FFF2-40B4-BE49-F238E27FC236}">
                <a16:creationId xmlns:a16="http://schemas.microsoft.com/office/drawing/2014/main" id="{43617B23-D091-BFA4-0B69-CBD8D9765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30" y="1283804"/>
            <a:ext cx="3849328" cy="3859696"/>
          </a:xfrm>
          <a:prstGeom prst="rect">
            <a:avLst/>
          </a:prstGeom>
        </p:spPr>
      </p:pic>
      <p:pic>
        <p:nvPicPr>
          <p:cNvPr id="7" name="Imagen 6" descr="Gráfico, Gráfico de barras&#10;&#10;El contenido generado por inteligencia artificial puede ser incorrecto.">
            <a:extLst>
              <a:ext uri="{FF2B5EF4-FFF2-40B4-BE49-F238E27FC236}">
                <a16:creationId xmlns:a16="http://schemas.microsoft.com/office/drawing/2014/main" id="{3CAFA3E6-F010-A656-BCAB-98D5656FA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759" y="1283804"/>
            <a:ext cx="3845157" cy="385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900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2040D86B-7651-C17A-5DE1-D8E2790C3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>
            <a:extLst>
              <a:ext uri="{FF2B5EF4-FFF2-40B4-BE49-F238E27FC236}">
                <a16:creationId xmlns:a16="http://schemas.microsoft.com/office/drawing/2014/main" id="{FE559A72-7569-6A0D-A9D7-18BF5C9369CF}"/>
              </a:ext>
            </a:extLst>
          </p:cNvPr>
          <p:cNvSpPr/>
          <p:nvPr/>
        </p:nvSpPr>
        <p:spPr>
          <a:xfrm>
            <a:off x="6687991" y="1730218"/>
            <a:ext cx="1906413" cy="614739"/>
          </a:xfrm>
          <a:prstGeom prst="roundRect">
            <a:avLst>
              <a:gd name="adj" fmla="val 1145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ES" sz="2400" b="1"/>
              <a:t>DISTRITO 1</a:t>
            </a:r>
          </a:p>
        </p:txBody>
      </p:sp>
      <p:sp>
        <p:nvSpPr>
          <p:cNvPr id="124" name="Google Shape;124;p16">
            <a:extLst>
              <a:ext uri="{FF2B5EF4-FFF2-40B4-BE49-F238E27FC236}">
                <a16:creationId xmlns:a16="http://schemas.microsoft.com/office/drawing/2014/main" id="{A4E2EBF1-4C3F-8BCB-1953-6148AF584E48}"/>
              </a:ext>
            </a:extLst>
          </p:cNvPr>
          <p:cNvSpPr txBox="1"/>
          <p:nvPr/>
        </p:nvSpPr>
        <p:spPr>
          <a:xfrm>
            <a:off x="963842" y="4254846"/>
            <a:ext cx="7888630" cy="9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Alta </a:t>
            </a:r>
            <a:r>
              <a:rPr lang="en" sz="20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actividad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económica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gran número de </a:t>
            </a:r>
            <a:r>
              <a:rPr lang="en" sz="20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inmuebles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n" sz="20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grandes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tenedores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la zona está </a:t>
            </a:r>
            <a:r>
              <a:rPr lang="en" sz="20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llena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" sz="20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propietarios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lo que </a:t>
            </a:r>
            <a:r>
              <a:rPr lang="en" sz="200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significa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gran </a:t>
            </a:r>
            <a:r>
              <a:rPr lang="es-E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demanda</a:t>
            </a:r>
            <a:endParaRPr lang="es-ES" sz="20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25" name="Google Shape;125;p16">
            <a:extLst>
              <a:ext uri="{FF2B5EF4-FFF2-40B4-BE49-F238E27FC236}">
                <a16:creationId xmlns:a16="http://schemas.microsoft.com/office/drawing/2014/main" id="{3B921313-5F19-F628-4C4D-04AE32A73CD4}"/>
              </a:ext>
            </a:extLst>
          </p:cNvPr>
          <p:cNvSpPr txBox="1"/>
          <p:nvPr/>
        </p:nvSpPr>
        <p:spPr>
          <a:xfrm>
            <a:off x="906421" y="3260702"/>
            <a:ext cx="3515267" cy="42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Actividad Económica</a:t>
            </a:r>
            <a:endParaRPr sz="28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6" name="Google Shape;126;p16">
            <a:extLst>
              <a:ext uri="{FF2B5EF4-FFF2-40B4-BE49-F238E27FC236}">
                <a16:creationId xmlns:a16="http://schemas.microsoft.com/office/drawing/2014/main" id="{CF8A0F6B-8E28-4E69-5DED-8E5AD095F9E5}"/>
              </a:ext>
            </a:extLst>
          </p:cNvPr>
          <p:cNvSpPr txBox="1"/>
          <p:nvPr/>
        </p:nvSpPr>
        <p:spPr>
          <a:xfrm>
            <a:off x="951316" y="2621651"/>
            <a:ext cx="7976311" cy="358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Alta concentración de turismos, lo que significa gran tráfico de personas.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3C2A0E2E-71F6-BA78-C1D2-85C9B0D8C090}"/>
              </a:ext>
            </a:extLst>
          </p:cNvPr>
          <p:cNvSpPr txBox="1"/>
          <p:nvPr/>
        </p:nvSpPr>
        <p:spPr>
          <a:xfrm>
            <a:off x="906421" y="2045413"/>
            <a:ext cx="1693519" cy="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Turismos</a:t>
            </a:r>
            <a:endParaRPr sz="2800" b="1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" name="Google Shape;942;p32">
            <a:extLst>
              <a:ext uri="{FF2B5EF4-FFF2-40B4-BE49-F238E27FC236}">
                <a16:creationId xmlns:a16="http://schemas.microsoft.com/office/drawing/2014/main" id="{61DE4693-DFFA-9FE8-A0E3-49343517E2B0}"/>
              </a:ext>
            </a:extLst>
          </p:cNvPr>
          <p:cNvSpPr/>
          <p:nvPr/>
        </p:nvSpPr>
        <p:spPr>
          <a:xfrm>
            <a:off x="8261075" y="298373"/>
            <a:ext cx="657680" cy="657286"/>
          </a:xfrm>
          <a:custGeom>
            <a:avLst/>
            <a:gdLst/>
            <a:ahLst/>
            <a:cxnLst/>
            <a:rect l="l" t="t" r="r" b="b"/>
            <a:pathLst>
              <a:path w="20039" h="20027" extrusionOk="0">
                <a:moveTo>
                  <a:pt x="10013" y="0"/>
                </a:moveTo>
                <a:cubicBezTo>
                  <a:pt x="4489" y="0"/>
                  <a:pt x="0" y="4477"/>
                  <a:pt x="0" y="10013"/>
                </a:cubicBezTo>
                <a:cubicBezTo>
                  <a:pt x="0" y="15550"/>
                  <a:pt x="4489" y="20026"/>
                  <a:pt x="10013" y="20026"/>
                </a:cubicBezTo>
                <a:cubicBezTo>
                  <a:pt x="15550" y="20026"/>
                  <a:pt x="20038" y="15550"/>
                  <a:pt x="20038" y="10013"/>
                </a:cubicBezTo>
                <a:cubicBezTo>
                  <a:pt x="20038" y="4477"/>
                  <a:pt x="15550" y="0"/>
                  <a:pt x="100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932;p32">
            <a:extLst>
              <a:ext uri="{FF2B5EF4-FFF2-40B4-BE49-F238E27FC236}">
                <a16:creationId xmlns:a16="http://schemas.microsoft.com/office/drawing/2014/main" id="{41CBC36F-7CD1-18CF-E66C-07FA39BB8167}"/>
              </a:ext>
            </a:extLst>
          </p:cNvPr>
          <p:cNvSpPr/>
          <p:nvPr/>
        </p:nvSpPr>
        <p:spPr>
          <a:xfrm>
            <a:off x="632863" y="298372"/>
            <a:ext cx="8180197" cy="1117755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950;p32">
            <a:extLst>
              <a:ext uri="{FF2B5EF4-FFF2-40B4-BE49-F238E27FC236}">
                <a16:creationId xmlns:a16="http://schemas.microsoft.com/office/drawing/2014/main" id="{19228E73-9344-0A46-331E-E628E97E079E}"/>
              </a:ext>
            </a:extLst>
          </p:cNvPr>
          <p:cNvSpPr/>
          <p:nvPr/>
        </p:nvSpPr>
        <p:spPr>
          <a:xfrm>
            <a:off x="767207" y="386066"/>
            <a:ext cx="769758" cy="875364"/>
          </a:xfrm>
          <a:custGeom>
            <a:avLst/>
            <a:gdLst/>
            <a:ahLst/>
            <a:cxnLst/>
            <a:rect l="l" t="t" r="r" b="b"/>
            <a:pathLst>
              <a:path w="20027" h="20040" extrusionOk="0">
                <a:moveTo>
                  <a:pt x="10013" y="1"/>
                </a:moveTo>
                <a:cubicBezTo>
                  <a:pt x="4477" y="1"/>
                  <a:pt x="0" y="4490"/>
                  <a:pt x="0" y="10014"/>
                </a:cubicBezTo>
                <a:cubicBezTo>
                  <a:pt x="0" y="15550"/>
                  <a:pt x="4477" y="20039"/>
                  <a:pt x="10013" y="20039"/>
                </a:cubicBezTo>
                <a:cubicBezTo>
                  <a:pt x="15550" y="20039"/>
                  <a:pt x="20026" y="15550"/>
                  <a:pt x="20026" y="10014"/>
                </a:cubicBezTo>
                <a:cubicBezTo>
                  <a:pt x="20026" y="4490"/>
                  <a:pt x="15550" y="1"/>
                  <a:pt x="1001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51;p32">
            <a:extLst>
              <a:ext uri="{FF2B5EF4-FFF2-40B4-BE49-F238E27FC236}">
                <a16:creationId xmlns:a16="http://schemas.microsoft.com/office/drawing/2014/main" id="{DF1DAFDC-8A26-03B6-BB90-102AA35A8C07}"/>
              </a:ext>
            </a:extLst>
          </p:cNvPr>
          <p:cNvSpPr txBox="1"/>
          <p:nvPr/>
        </p:nvSpPr>
        <p:spPr>
          <a:xfrm>
            <a:off x="1699812" y="422478"/>
            <a:ext cx="2845909" cy="82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DESARROLLO DE NEGOCIO</a:t>
            </a:r>
            <a:endParaRPr lang="en"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</a:endParaRPr>
          </a:p>
        </p:txBody>
      </p:sp>
      <p:sp>
        <p:nvSpPr>
          <p:cNvPr id="11" name="Google Shape;953;p32">
            <a:extLst>
              <a:ext uri="{FF2B5EF4-FFF2-40B4-BE49-F238E27FC236}">
                <a16:creationId xmlns:a16="http://schemas.microsoft.com/office/drawing/2014/main" id="{10E0CA15-F2CC-942B-D357-F5BD0822B4FA}"/>
              </a:ext>
            </a:extLst>
          </p:cNvPr>
          <p:cNvSpPr txBox="1"/>
          <p:nvPr/>
        </p:nvSpPr>
        <p:spPr>
          <a:xfrm>
            <a:off x="757248" y="526381"/>
            <a:ext cx="769774" cy="65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</a:t>
            </a:r>
            <a:endParaRPr sz="19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058413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8D56C624-110B-A20B-655C-E99F51EF9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>
            <a:extLst>
              <a:ext uri="{FF2B5EF4-FFF2-40B4-BE49-F238E27FC236}">
                <a16:creationId xmlns:a16="http://schemas.microsoft.com/office/drawing/2014/main" id="{001021AE-3A83-8029-9B68-9A348C349D74}"/>
              </a:ext>
            </a:extLst>
          </p:cNvPr>
          <p:cNvSpPr/>
          <p:nvPr/>
        </p:nvSpPr>
        <p:spPr>
          <a:xfrm>
            <a:off x="7151541" y="1730218"/>
            <a:ext cx="1442863" cy="614739"/>
          </a:xfrm>
          <a:prstGeom prst="roundRect">
            <a:avLst>
              <a:gd name="adj" fmla="val 1145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ES" sz="2400" b="1"/>
              <a:t>TALLER</a:t>
            </a:r>
          </a:p>
        </p:txBody>
      </p:sp>
      <p:sp>
        <p:nvSpPr>
          <p:cNvPr id="124" name="Google Shape;124;p16">
            <a:extLst>
              <a:ext uri="{FF2B5EF4-FFF2-40B4-BE49-F238E27FC236}">
                <a16:creationId xmlns:a16="http://schemas.microsoft.com/office/drawing/2014/main" id="{670ACCCC-D350-D147-0A2B-15A039C43BA7}"/>
              </a:ext>
            </a:extLst>
          </p:cNvPr>
          <p:cNvSpPr txBox="1"/>
          <p:nvPr/>
        </p:nvSpPr>
        <p:spPr>
          <a:xfrm>
            <a:off x="963842" y="4254846"/>
            <a:ext cx="7888630" cy="9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2000">
                <a:solidFill>
                  <a:schemeClr val="dk1"/>
                </a:solidFill>
                <a:ea typeface="Roboto"/>
                <a:sym typeface="Roboto"/>
              </a:rPr>
              <a:t>Alta </a:t>
            </a:r>
            <a:r>
              <a:rPr lang="en" sz="2000" err="1">
                <a:solidFill>
                  <a:schemeClr val="dk1"/>
                </a:solidFill>
                <a:ea typeface="Roboto"/>
                <a:sym typeface="Roboto"/>
              </a:rPr>
              <a:t>actividad</a:t>
            </a:r>
            <a:r>
              <a:rPr lang="en" sz="2000">
                <a:solidFill>
                  <a:schemeClr val="dk1"/>
                </a:solidFill>
                <a:ea typeface="Roboto"/>
                <a:sym typeface="Roboto"/>
              </a:rPr>
              <a:t> </a:t>
            </a:r>
            <a:r>
              <a:rPr lang="en" sz="2000" err="1">
                <a:solidFill>
                  <a:schemeClr val="dk1"/>
                </a:solidFill>
                <a:ea typeface="Roboto"/>
                <a:sym typeface="Roboto"/>
              </a:rPr>
              <a:t>económica</a:t>
            </a:r>
            <a:r>
              <a:rPr lang="en" sz="2000">
                <a:solidFill>
                  <a:schemeClr val="dk1"/>
                </a:solidFill>
                <a:ea typeface="Roboto"/>
                <a:sym typeface="Roboto"/>
              </a:rPr>
              <a:t>, </a:t>
            </a:r>
            <a:r>
              <a:rPr lang="en" sz="2000" err="1">
                <a:solidFill>
                  <a:schemeClr val="dk1"/>
                </a:solidFill>
                <a:ea typeface="Roboto"/>
                <a:sym typeface="Roboto"/>
              </a:rPr>
              <a:t>donde</a:t>
            </a:r>
            <a:r>
              <a:rPr lang="en" sz="2000">
                <a:solidFill>
                  <a:schemeClr val="dk1"/>
                </a:solidFill>
                <a:ea typeface="Roboto"/>
                <a:sym typeface="Roboto"/>
              </a:rPr>
              <a:t> </a:t>
            </a:r>
            <a:r>
              <a:rPr lang="en" sz="2000" err="1">
                <a:solidFill>
                  <a:schemeClr val="dk1"/>
                </a:solidFill>
                <a:ea typeface="Roboto"/>
                <a:sym typeface="Roboto"/>
              </a:rPr>
              <a:t>el</a:t>
            </a:r>
            <a:r>
              <a:rPr lang="en" sz="2000">
                <a:solidFill>
                  <a:schemeClr val="dk1"/>
                </a:solidFill>
                <a:ea typeface="Roboto"/>
                <a:sym typeface="Roboto"/>
              </a:rPr>
              <a:t> </a:t>
            </a:r>
            <a:r>
              <a:rPr lang="en" sz="2000" err="1">
                <a:solidFill>
                  <a:schemeClr val="dk1"/>
                </a:solidFill>
                <a:ea typeface="Roboto"/>
                <a:sym typeface="Roboto"/>
              </a:rPr>
              <a:t>tránsito</a:t>
            </a:r>
            <a:r>
              <a:rPr lang="en" sz="2000">
                <a:solidFill>
                  <a:schemeClr val="dk1"/>
                </a:solidFill>
                <a:ea typeface="Roboto"/>
                <a:sym typeface="Roboto"/>
              </a:rPr>
              <a:t> y la </a:t>
            </a:r>
            <a:r>
              <a:rPr lang="en" sz="2000" err="1">
                <a:solidFill>
                  <a:schemeClr val="dk1"/>
                </a:solidFill>
                <a:ea typeface="Roboto"/>
                <a:sym typeface="Roboto"/>
              </a:rPr>
              <a:t>movilidad</a:t>
            </a:r>
            <a:r>
              <a:rPr lang="en" sz="2000">
                <a:solidFill>
                  <a:schemeClr val="dk1"/>
                </a:solidFill>
                <a:ea typeface="Roboto"/>
                <a:sym typeface="Roboto"/>
              </a:rPr>
              <a:t> son </a:t>
            </a:r>
            <a:r>
              <a:rPr lang="en" sz="2000" err="1">
                <a:solidFill>
                  <a:schemeClr val="dk1"/>
                </a:solidFill>
                <a:ea typeface="Roboto"/>
                <a:sym typeface="Roboto"/>
              </a:rPr>
              <a:t>elevados</a:t>
            </a:r>
            <a:r>
              <a:rPr lang="en" sz="2000">
                <a:solidFill>
                  <a:schemeClr val="dk1"/>
                </a:solidFill>
                <a:ea typeface="Roboto"/>
                <a:sym typeface="Roboto"/>
              </a:rPr>
              <a:t>, lo </a:t>
            </a:r>
            <a:r>
              <a:rPr lang="en" sz="2000" err="1">
                <a:solidFill>
                  <a:schemeClr val="dk1"/>
                </a:solidFill>
                <a:ea typeface="Roboto"/>
                <a:sym typeface="Roboto"/>
              </a:rPr>
              <a:t>cual</a:t>
            </a:r>
            <a:r>
              <a:rPr lang="en" sz="2000">
                <a:solidFill>
                  <a:schemeClr val="dk1"/>
                </a:solidFill>
                <a:ea typeface="Roboto"/>
                <a:sym typeface="Roboto"/>
              </a:rPr>
              <a:t> es un </a:t>
            </a:r>
            <a:r>
              <a:rPr lang="en" sz="2000" err="1">
                <a:solidFill>
                  <a:schemeClr val="dk1"/>
                </a:solidFill>
                <a:ea typeface="Roboto"/>
                <a:sym typeface="Roboto"/>
              </a:rPr>
              <a:t>indicador</a:t>
            </a:r>
            <a:r>
              <a:rPr lang="en" sz="2000">
                <a:solidFill>
                  <a:schemeClr val="dk1"/>
                </a:solidFill>
                <a:ea typeface="Roboto"/>
                <a:sym typeface="Roboto"/>
              </a:rPr>
              <a:t> </a:t>
            </a:r>
            <a:r>
              <a:rPr lang="en" sz="2000" err="1">
                <a:solidFill>
                  <a:schemeClr val="dk1"/>
                </a:solidFill>
                <a:ea typeface="Roboto"/>
                <a:sym typeface="Roboto"/>
              </a:rPr>
              <a:t>positivo</a:t>
            </a:r>
            <a:r>
              <a:rPr lang="en" sz="2000">
                <a:solidFill>
                  <a:schemeClr val="dk1"/>
                </a:solidFill>
                <a:ea typeface="Roboto"/>
                <a:sym typeface="Roboto"/>
              </a:rPr>
              <a:t> para la </a:t>
            </a:r>
            <a:r>
              <a:rPr lang="en" sz="2000" err="1">
                <a:solidFill>
                  <a:schemeClr val="dk1"/>
                </a:solidFill>
                <a:ea typeface="Roboto"/>
                <a:sym typeface="Roboto"/>
              </a:rPr>
              <a:t>demanda</a:t>
            </a:r>
            <a:r>
              <a:rPr lang="en" sz="2000">
                <a:solidFill>
                  <a:schemeClr val="dk1"/>
                </a:solidFill>
                <a:ea typeface="Roboto"/>
                <a:sym typeface="Roboto"/>
              </a:rPr>
              <a:t> de </a:t>
            </a:r>
            <a:r>
              <a:rPr lang="en" sz="2000" err="1">
                <a:solidFill>
                  <a:schemeClr val="dk1"/>
                </a:solidFill>
                <a:ea typeface="Roboto"/>
                <a:sym typeface="Roboto"/>
              </a:rPr>
              <a:t>servicios</a:t>
            </a:r>
            <a:r>
              <a:rPr lang="en" sz="2000">
                <a:solidFill>
                  <a:schemeClr val="dk1"/>
                </a:solidFill>
                <a:ea typeface="Roboto"/>
                <a:sym typeface="Roboto"/>
              </a:rPr>
              <a:t> </a:t>
            </a:r>
            <a:r>
              <a:rPr lang="en" sz="2000" err="1">
                <a:solidFill>
                  <a:schemeClr val="dk1"/>
                </a:solidFill>
                <a:ea typeface="Roboto"/>
                <a:sym typeface="Roboto"/>
              </a:rPr>
              <a:t>asociados</a:t>
            </a:r>
            <a:r>
              <a:rPr lang="en" sz="2000">
                <a:solidFill>
                  <a:schemeClr val="dk1"/>
                </a:solidFill>
                <a:ea typeface="Roboto"/>
                <a:sym typeface="Roboto"/>
              </a:rPr>
              <a:t> al </a:t>
            </a:r>
            <a:r>
              <a:rPr lang="en" sz="2000" err="1">
                <a:solidFill>
                  <a:schemeClr val="dk1"/>
                </a:solidFill>
                <a:ea typeface="Roboto"/>
                <a:sym typeface="Roboto"/>
              </a:rPr>
              <a:t>automóvil</a:t>
            </a:r>
            <a:endParaRPr lang="es-ES" err="1">
              <a:solidFill>
                <a:schemeClr val="dk1"/>
              </a:solidFill>
            </a:endParaRPr>
          </a:p>
        </p:txBody>
      </p:sp>
      <p:sp>
        <p:nvSpPr>
          <p:cNvPr id="125" name="Google Shape;125;p16">
            <a:extLst>
              <a:ext uri="{FF2B5EF4-FFF2-40B4-BE49-F238E27FC236}">
                <a16:creationId xmlns:a16="http://schemas.microsoft.com/office/drawing/2014/main" id="{DBB4CF0C-90AA-6169-257D-C28BC13C1556}"/>
              </a:ext>
            </a:extLst>
          </p:cNvPr>
          <p:cNvSpPr txBox="1"/>
          <p:nvPr/>
        </p:nvSpPr>
        <p:spPr>
          <a:xfrm>
            <a:off x="906421" y="3260702"/>
            <a:ext cx="3515267" cy="42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Actividad Económica</a:t>
            </a:r>
            <a:endParaRPr sz="28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6" name="Google Shape;126;p16">
            <a:extLst>
              <a:ext uri="{FF2B5EF4-FFF2-40B4-BE49-F238E27FC236}">
                <a16:creationId xmlns:a16="http://schemas.microsoft.com/office/drawing/2014/main" id="{FE72D99D-306B-5373-CD53-42D3DA6EFC70}"/>
              </a:ext>
            </a:extLst>
          </p:cNvPr>
          <p:cNvSpPr txBox="1"/>
          <p:nvPr/>
        </p:nvSpPr>
        <p:spPr>
          <a:xfrm>
            <a:off x="951316" y="2621651"/>
            <a:ext cx="7976311" cy="358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2000">
                <a:solidFill>
                  <a:schemeClr val="dk1"/>
                </a:solidFill>
                <a:ea typeface="Roboto"/>
                <a:sym typeface="Roboto"/>
              </a:rPr>
              <a:t>Alta concentración de turismos, lo que indica </a:t>
            </a:r>
            <a:r>
              <a:rPr lang="en" sz="2000" err="1">
                <a:solidFill>
                  <a:schemeClr val="dk1"/>
                </a:solidFill>
                <a:ea typeface="Roboto"/>
                <a:sym typeface="Roboto"/>
              </a:rPr>
              <a:t>una</a:t>
            </a:r>
            <a:r>
              <a:rPr lang="en" sz="2000">
                <a:solidFill>
                  <a:schemeClr val="dk1"/>
                </a:solidFill>
                <a:ea typeface="Roboto"/>
                <a:sym typeface="Roboto"/>
              </a:rPr>
              <a:t> gran masa </a:t>
            </a:r>
            <a:r>
              <a:rPr lang="en" sz="2000" err="1">
                <a:solidFill>
                  <a:schemeClr val="dk1"/>
                </a:solidFill>
                <a:ea typeface="Roboto"/>
                <a:sym typeface="Roboto"/>
              </a:rPr>
              <a:t>potencial</a:t>
            </a:r>
            <a:r>
              <a:rPr lang="en" sz="2000">
                <a:solidFill>
                  <a:schemeClr val="dk1"/>
                </a:solidFill>
                <a:ea typeface="Roboto"/>
                <a:sym typeface="Roboto"/>
              </a:rPr>
              <a:t> de </a:t>
            </a:r>
            <a:r>
              <a:rPr lang="en" sz="2000" err="1">
                <a:solidFill>
                  <a:schemeClr val="dk1"/>
                </a:solidFill>
                <a:ea typeface="Roboto"/>
                <a:sym typeface="Roboto"/>
              </a:rPr>
              <a:t>clientes</a:t>
            </a:r>
            <a:r>
              <a:rPr lang="en" sz="2000">
                <a:solidFill>
                  <a:schemeClr val="dk1"/>
                </a:solidFill>
                <a:ea typeface="Roboto"/>
                <a:sym typeface="Roboto"/>
              </a:rPr>
              <a:t> para </a:t>
            </a:r>
            <a:r>
              <a:rPr lang="en" sz="2000" err="1">
                <a:solidFill>
                  <a:schemeClr val="dk1"/>
                </a:solidFill>
                <a:ea typeface="Roboto"/>
                <a:sym typeface="Roboto"/>
              </a:rPr>
              <a:t>servicios</a:t>
            </a:r>
            <a:r>
              <a:rPr lang="en" sz="2000">
                <a:solidFill>
                  <a:schemeClr val="dk1"/>
                </a:solidFill>
                <a:ea typeface="Roboto"/>
                <a:sym typeface="Roboto"/>
              </a:rPr>
              <a:t> </a:t>
            </a:r>
            <a:r>
              <a:rPr lang="en" sz="2000" err="1">
                <a:solidFill>
                  <a:schemeClr val="dk1"/>
                </a:solidFill>
                <a:ea typeface="Roboto"/>
                <a:sym typeface="Roboto"/>
              </a:rPr>
              <a:t>automotrices</a:t>
            </a:r>
            <a:r>
              <a:rPr lang="en" sz="2000">
                <a:solidFill>
                  <a:schemeClr val="dk1"/>
                </a:solidFill>
                <a:ea typeface="Roboto"/>
                <a:sym typeface="Roboto"/>
              </a:rPr>
              <a:t>.</a:t>
            </a:r>
            <a:endParaRPr lang="es-ES">
              <a:solidFill>
                <a:schemeClr val="dk1"/>
              </a:solidFill>
            </a:endParaRPr>
          </a:p>
        </p:txBody>
      </p:sp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A9F141D9-3909-9AE0-E027-851922268AC6}"/>
              </a:ext>
            </a:extLst>
          </p:cNvPr>
          <p:cNvSpPr txBox="1"/>
          <p:nvPr/>
        </p:nvSpPr>
        <p:spPr>
          <a:xfrm>
            <a:off x="906421" y="2045413"/>
            <a:ext cx="1693519" cy="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</a:rPr>
              <a:t>Turismos</a:t>
            </a:r>
            <a:endParaRPr lang="es-ES" sz="2800" b="1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</a:endParaRPr>
          </a:p>
        </p:txBody>
      </p:sp>
      <p:sp>
        <p:nvSpPr>
          <p:cNvPr id="3" name="Google Shape;942;p32">
            <a:extLst>
              <a:ext uri="{FF2B5EF4-FFF2-40B4-BE49-F238E27FC236}">
                <a16:creationId xmlns:a16="http://schemas.microsoft.com/office/drawing/2014/main" id="{3B226BAB-674E-3BB2-E358-3561D4EDE77F}"/>
              </a:ext>
            </a:extLst>
          </p:cNvPr>
          <p:cNvSpPr/>
          <p:nvPr/>
        </p:nvSpPr>
        <p:spPr>
          <a:xfrm>
            <a:off x="8261075" y="298373"/>
            <a:ext cx="657680" cy="657286"/>
          </a:xfrm>
          <a:custGeom>
            <a:avLst/>
            <a:gdLst/>
            <a:ahLst/>
            <a:cxnLst/>
            <a:rect l="l" t="t" r="r" b="b"/>
            <a:pathLst>
              <a:path w="20039" h="20027" extrusionOk="0">
                <a:moveTo>
                  <a:pt x="10013" y="0"/>
                </a:moveTo>
                <a:cubicBezTo>
                  <a:pt x="4489" y="0"/>
                  <a:pt x="0" y="4477"/>
                  <a:pt x="0" y="10013"/>
                </a:cubicBezTo>
                <a:cubicBezTo>
                  <a:pt x="0" y="15550"/>
                  <a:pt x="4489" y="20026"/>
                  <a:pt x="10013" y="20026"/>
                </a:cubicBezTo>
                <a:cubicBezTo>
                  <a:pt x="15550" y="20026"/>
                  <a:pt x="20038" y="15550"/>
                  <a:pt x="20038" y="10013"/>
                </a:cubicBezTo>
                <a:cubicBezTo>
                  <a:pt x="20038" y="4477"/>
                  <a:pt x="15550" y="0"/>
                  <a:pt x="100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932;p32">
            <a:extLst>
              <a:ext uri="{FF2B5EF4-FFF2-40B4-BE49-F238E27FC236}">
                <a16:creationId xmlns:a16="http://schemas.microsoft.com/office/drawing/2014/main" id="{9C8A9195-085E-2B90-D040-E3C6481CAADD}"/>
              </a:ext>
            </a:extLst>
          </p:cNvPr>
          <p:cNvSpPr/>
          <p:nvPr/>
        </p:nvSpPr>
        <p:spPr>
          <a:xfrm>
            <a:off x="632863" y="298372"/>
            <a:ext cx="8180197" cy="1117755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950;p32">
            <a:extLst>
              <a:ext uri="{FF2B5EF4-FFF2-40B4-BE49-F238E27FC236}">
                <a16:creationId xmlns:a16="http://schemas.microsoft.com/office/drawing/2014/main" id="{42C6A22E-483D-D68F-DB08-FA45A9400A51}"/>
              </a:ext>
            </a:extLst>
          </p:cNvPr>
          <p:cNvSpPr/>
          <p:nvPr/>
        </p:nvSpPr>
        <p:spPr>
          <a:xfrm>
            <a:off x="767207" y="386066"/>
            <a:ext cx="769758" cy="875364"/>
          </a:xfrm>
          <a:custGeom>
            <a:avLst/>
            <a:gdLst/>
            <a:ahLst/>
            <a:cxnLst/>
            <a:rect l="l" t="t" r="r" b="b"/>
            <a:pathLst>
              <a:path w="20027" h="20040" extrusionOk="0">
                <a:moveTo>
                  <a:pt x="10013" y="1"/>
                </a:moveTo>
                <a:cubicBezTo>
                  <a:pt x="4477" y="1"/>
                  <a:pt x="0" y="4490"/>
                  <a:pt x="0" y="10014"/>
                </a:cubicBezTo>
                <a:cubicBezTo>
                  <a:pt x="0" y="15550"/>
                  <a:pt x="4477" y="20039"/>
                  <a:pt x="10013" y="20039"/>
                </a:cubicBezTo>
                <a:cubicBezTo>
                  <a:pt x="15550" y="20039"/>
                  <a:pt x="20026" y="15550"/>
                  <a:pt x="20026" y="10014"/>
                </a:cubicBezTo>
                <a:cubicBezTo>
                  <a:pt x="20026" y="4490"/>
                  <a:pt x="15550" y="1"/>
                  <a:pt x="1001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51;p32">
            <a:extLst>
              <a:ext uri="{FF2B5EF4-FFF2-40B4-BE49-F238E27FC236}">
                <a16:creationId xmlns:a16="http://schemas.microsoft.com/office/drawing/2014/main" id="{FD98E29F-15B9-4DA2-A5D0-838BDAAB1930}"/>
              </a:ext>
            </a:extLst>
          </p:cNvPr>
          <p:cNvSpPr txBox="1"/>
          <p:nvPr/>
        </p:nvSpPr>
        <p:spPr>
          <a:xfrm>
            <a:off x="1699812" y="422478"/>
            <a:ext cx="2845909" cy="826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DESARROLLO DE NEGOCIO</a:t>
            </a:r>
            <a:endParaRPr lang="en"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</a:endParaRPr>
          </a:p>
        </p:txBody>
      </p:sp>
      <p:sp>
        <p:nvSpPr>
          <p:cNvPr id="11" name="Google Shape;953;p32">
            <a:extLst>
              <a:ext uri="{FF2B5EF4-FFF2-40B4-BE49-F238E27FC236}">
                <a16:creationId xmlns:a16="http://schemas.microsoft.com/office/drawing/2014/main" id="{1DBE6F38-6AC9-B953-0275-C929EC2C2871}"/>
              </a:ext>
            </a:extLst>
          </p:cNvPr>
          <p:cNvSpPr txBox="1"/>
          <p:nvPr/>
        </p:nvSpPr>
        <p:spPr>
          <a:xfrm>
            <a:off x="757248" y="526381"/>
            <a:ext cx="769774" cy="65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</a:t>
            </a:r>
            <a:endParaRPr sz="1900" b="1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834643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1357E3-2021-5DC3-D005-E8DAEAE83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BLOQUE 2 – PROPUESTA PARA LA MEJORA DEL COMERCIO</a:t>
            </a:r>
          </a:p>
        </p:txBody>
      </p:sp>
      <p:pic>
        <p:nvPicPr>
          <p:cNvPr id="3078" name="Picture 6" descr="Curso de Administración de Empresas - Camara de Comercio Empresarial">
            <a:extLst>
              <a:ext uri="{FF2B5EF4-FFF2-40B4-BE49-F238E27FC236}">
                <a16:creationId xmlns:a16="http://schemas.microsoft.com/office/drawing/2014/main" id="{F87E3498-D92A-5E88-0959-1E503FC5E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" y="914400"/>
            <a:ext cx="3863340" cy="3863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Empresa - Iconos gratis de edificios">
            <a:extLst>
              <a:ext uri="{FF2B5EF4-FFF2-40B4-BE49-F238E27FC236}">
                <a16:creationId xmlns:a16="http://schemas.microsoft.com/office/drawing/2014/main" id="{F79CBFBC-5321-EC5D-4AE7-71559DA87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7732" y="1314428"/>
            <a:ext cx="3257572" cy="3257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1872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AD173-4870-6DB2-190B-A60BB5A07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78002885-7FB8-50D7-7505-D889DA747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63" y="50569"/>
            <a:ext cx="7686073" cy="509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52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DF805-0EF1-B102-4BF1-C5258E7D2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rump anuncia aranceles del 20% para la UE: &quot;Hoy América empieza a ser rica  de nuevo&quot; | video 1">
            <a:extLst>
              <a:ext uri="{FF2B5EF4-FFF2-40B4-BE49-F238E27FC236}">
                <a16:creationId xmlns:a16="http://schemas.microsoft.com/office/drawing/2014/main" id="{1BFB4424-941D-1D62-88A0-AE26B13D1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9144000" cy="514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7707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01FDE-7972-CBB4-ADBE-B6E442D50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Trump anuncia aranceles del 20% para la UE: &quot;Hoy América empieza a ser rica  de nuevo&quot; | video 1">
            <a:extLst>
              <a:ext uri="{FF2B5EF4-FFF2-40B4-BE49-F238E27FC236}">
                <a16:creationId xmlns:a16="http://schemas.microsoft.com/office/drawing/2014/main" id="{AEE65527-9C54-1380-79A1-8AA92E009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514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32568F7-918A-CB8D-B78F-76B5B907C4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54" t="18972" b="5847"/>
          <a:stretch/>
        </p:blipFill>
        <p:spPr>
          <a:xfrm>
            <a:off x="0" y="276415"/>
            <a:ext cx="7531040" cy="305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197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E2EDD-89F8-A221-07B8-4CFE863D5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Trump anuncia aranceles del 20% para la UE: &quot;Hoy América empieza a ser rica  de nuevo&quot; | video 1">
            <a:extLst>
              <a:ext uri="{FF2B5EF4-FFF2-40B4-BE49-F238E27FC236}">
                <a16:creationId xmlns:a16="http://schemas.microsoft.com/office/drawing/2014/main" id="{D4CB1A24-2553-BA2F-B862-6A33F5D04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514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40BD31E-C21E-C1A5-25A9-F6CDD6009D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54" t="18972" b="5847"/>
          <a:stretch/>
        </p:blipFill>
        <p:spPr>
          <a:xfrm>
            <a:off x="0" y="276415"/>
            <a:ext cx="7531040" cy="3055508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6F821C60-FF57-391E-9E5D-D15BE140F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95" y="2818355"/>
            <a:ext cx="8764005" cy="232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922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F7FB5-1AC8-CB1E-970F-D14B8CB92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mágenes de Cartel Publicitario Png - Descarga gratuita en ...">
            <a:extLst>
              <a:ext uri="{FF2B5EF4-FFF2-40B4-BE49-F238E27FC236}">
                <a16:creationId xmlns:a16="http://schemas.microsoft.com/office/drawing/2014/main" id="{943261C9-765C-326C-9900-3A60471FA6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5" t="11202" r="11974" b="3562"/>
          <a:stretch/>
        </p:blipFill>
        <p:spPr bwMode="auto">
          <a:xfrm>
            <a:off x="2943617" y="8958"/>
            <a:ext cx="3256766" cy="5134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1592AF91-C3FF-724D-4BD5-49B815032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9536"/>
            <a:ext cx="8229600" cy="481500"/>
          </a:xfrm>
        </p:spPr>
        <p:txBody>
          <a:bodyPr/>
          <a:lstStyle/>
          <a:p>
            <a:r>
              <a:rPr lang="en-US" sz="3600"/>
              <a:t>Haga click para</a:t>
            </a:r>
            <a:br>
              <a:rPr lang="en-US" sz="3600"/>
            </a:br>
            <a:r>
              <a:rPr lang="en-US" sz="3600" err="1"/>
              <a:t>agregar</a:t>
            </a:r>
            <a:r>
              <a:rPr lang="en-US" sz="3600"/>
              <a:t> </a:t>
            </a:r>
            <a:r>
              <a:rPr lang="en-US" sz="3600" err="1"/>
              <a:t>título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3482054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>
          <a:extLst>
            <a:ext uri="{FF2B5EF4-FFF2-40B4-BE49-F238E27FC236}">
              <a16:creationId xmlns:a16="http://schemas.microsoft.com/office/drawing/2014/main" id="{D788CF38-4819-C79F-18C0-FBAC3ACAE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8">
            <a:extLst>
              <a:ext uri="{FF2B5EF4-FFF2-40B4-BE49-F238E27FC236}">
                <a16:creationId xmlns:a16="http://schemas.microsoft.com/office/drawing/2014/main" id="{28BE9756-7641-7261-854E-9D1C8CA18B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328925"/>
            <a:ext cx="8229600" cy="48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>
                <a:solidFill>
                  <a:schemeClr val="dk1"/>
                </a:solidFill>
              </a:rPr>
              <a:t>Gijón Pop-up Local</a:t>
            </a:r>
          </a:p>
        </p:txBody>
      </p:sp>
      <p:sp>
        <p:nvSpPr>
          <p:cNvPr id="632" name="Google Shape;632;p28">
            <a:extLst>
              <a:ext uri="{FF2B5EF4-FFF2-40B4-BE49-F238E27FC236}">
                <a16:creationId xmlns:a16="http://schemas.microsoft.com/office/drawing/2014/main" id="{364A2F65-4C61-03D9-28B5-0ADEC06029AC}"/>
              </a:ext>
            </a:extLst>
          </p:cNvPr>
          <p:cNvSpPr txBox="1"/>
          <p:nvPr/>
        </p:nvSpPr>
        <p:spPr>
          <a:xfrm>
            <a:off x="3632851" y="1033783"/>
            <a:ext cx="15936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6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</a:rPr>
              <a:t>Espacio temporal</a:t>
            </a:r>
          </a:p>
        </p:txBody>
      </p:sp>
      <p:sp>
        <p:nvSpPr>
          <p:cNvPr id="633" name="Google Shape;633;p28">
            <a:extLst>
              <a:ext uri="{FF2B5EF4-FFF2-40B4-BE49-F238E27FC236}">
                <a16:creationId xmlns:a16="http://schemas.microsoft.com/office/drawing/2014/main" id="{1FC4066A-225B-81E0-4303-F6D0EA15CD90}"/>
              </a:ext>
            </a:extLst>
          </p:cNvPr>
          <p:cNvSpPr txBox="1"/>
          <p:nvPr/>
        </p:nvSpPr>
        <p:spPr>
          <a:xfrm>
            <a:off x="3632496" y="1380334"/>
            <a:ext cx="4121150" cy="39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200">
                <a:ea typeface="Roboto"/>
                <a:sym typeface="Roboto"/>
              </a:rPr>
              <a:t>Donde </a:t>
            </a:r>
            <a:r>
              <a:rPr lang="en" sz="1200" err="1">
                <a:ea typeface="Roboto"/>
                <a:sym typeface="Roboto"/>
              </a:rPr>
              <a:t>los</a:t>
            </a:r>
            <a:r>
              <a:rPr lang="en" sz="1200">
                <a:ea typeface="Roboto"/>
                <a:sym typeface="Roboto"/>
              </a:rPr>
              <a:t> </a:t>
            </a:r>
            <a:r>
              <a:rPr lang="en" sz="1200" err="1">
                <a:ea typeface="Roboto"/>
                <a:sym typeface="Roboto"/>
              </a:rPr>
              <a:t>consumidores</a:t>
            </a:r>
            <a:r>
              <a:rPr lang="en" sz="1200">
                <a:ea typeface="Roboto"/>
                <a:sym typeface="Roboto"/>
              </a:rPr>
              <a:t> </a:t>
            </a:r>
            <a:r>
              <a:rPr lang="en" sz="1200" err="1">
                <a:ea typeface="Roboto"/>
                <a:sym typeface="Roboto"/>
              </a:rPr>
              <a:t>podrán</a:t>
            </a:r>
            <a:r>
              <a:rPr lang="en" sz="1200">
                <a:ea typeface="Roboto"/>
                <a:sym typeface="Roboto"/>
              </a:rPr>
              <a:t> </a:t>
            </a:r>
            <a:r>
              <a:rPr lang="en" sz="1200" err="1">
                <a:ea typeface="Roboto"/>
                <a:sym typeface="Roboto"/>
              </a:rPr>
              <a:t>sumergirse</a:t>
            </a:r>
            <a:r>
              <a:rPr lang="en" sz="1200">
                <a:ea typeface="Roboto"/>
                <a:sym typeface="Roboto"/>
              </a:rPr>
              <a:t> </a:t>
            </a:r>
            <a:r>
              <a:rPr lang="en" sz="1200" err="1">
                <a:ea typeface="Roboto"/>
                <a:sym typeface="Roboto"/>
              </a:rPr>
              <a:t>en</a:t>
            </a:r>
            <a:r>
              <a:rPr lang="en" sz="1200">
                <a:ea typeface="Roboto"/>
                <a:sym typeface="Roboto"/>
              </a:rPr>
              <a:t> la </a:t>
            </a:r>
            <a:r>
              <a:rPr lang="en" sz="1200" err="1">
                <a:ea typeface="Roboto"/>
                <a:sym typeface="Roboto"/>
              </a:rPr>
              <a:t>cultura</a:t>
            </a:r>
            <a:r>
              <a:rPr lang="en" sz="1200">
                <a:ea typeface="Roboto"/>
                <a:sym typeface="Roboto"/>
              </a:rPr>
              <a:t> local a </a:t>
            </a:r>
            <a:r>
              <a:rPr lang="en" sz="1200" err="1">
                <a:ea typeface="Roboto"/>
                <a:sym typeface="Roboto"/>
              </a:rPr>
              <a:t>través</a:t>
            </a:r>
            <a:r>
              <a:rPr lang="en" sz="1200">
                <a:ea typeface="Roboto"/>
                <a:sym typeface="Roboto"/>
              </a:rPr>
              <a:t> de </a:t>
            </a:r>
            <a:r>
              <a:rPr lang="en" sz="1200" err="1">
                <a:ea typeface="Roboto"/>
                <a:sym typeface="Roboto"/>
              </a:rPr>
              <a:t>productos</a:t>
            </a:r>
            <a:r>
              <a:rPr lang="en" sz="1200">
                <a:ea typeface="Roboto"/>
                <a:sym typeface="Roboto"/>
              </a:rPr>
              <a:t> </a:t>
            </a:r>
            <a:r>
              <a:rPr lang="en" sz="1200" err="1">
                <a:ea typeface="Roboto"/>
                <a:sym typeface="Roboto"/>
              </a:rPr>
              <a:t>elaborados</a:t>
            </a:r>
            <a:r>
              <a:rPr lang="en" sz="1200">
                <a:ea typeface="Roboto"/>
                <a:sym typeface="Roboto"/>
              </a:rPr>
              <a:t> </a:t>
            </a:r>
            <a:r>
              <a:rPr lang="en" sz="1200">
                <a:solidFill>
                  <a:srgbClr val="000000"/>
                </a:solidFill>
                <a:ea typeface="Roboto"/>
                <a:sym typeface="Roboto"/>
              </a:rPr>
              <a:t>a </a:t>
            </a:r>
            <a:r>
              <a:rPr lang="en" sz="1200">
                <a:ea typeface="Roboto"/>
                <a:sym typeface="Roboto"/>
              </a:rPr>
              <a:t>mano </a:t>
            </a:r>
            <a:endParaRPr lang="es-ES"/>
          </a:p>
        </p:txBody>
      </p:sp>
      <p:sp>
        <p:nvSpPr>
          <p:cNvPr id="634" name="Google Shape;634;p28">
            <a:extLst>
              <a:ext uri="{FF2B5EF4-FFF2-40B4-BE49-F238E27FC236}">
                <a16:creationId xmlns:a16="http://schemas.microsoft.com/office/drawing/2014/main" id="{9834E783-D650-0462-E1FC-9F219118AD49}"/>
              </a:ext>
            </a:extLst>
          </p:cNvPr>
          <p:cNvSpPr txBox="1"/>
          <p:nvPr/>
        </p:nvSpPr>
        <p:spPr>
          <a:xfrm>
            <a:off x="3626501" y="1965306"/>
            <a:ext cx="15936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6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</a:rPr>
              <a:t>Cultura local</a:t>
            </a:r>
          </a:p>
        </p:txBody>
      </p:sp>
      <p:sp>
        <p:nvSpPr>
          <p:cNvPr id="635" name="Google Shape;635;p28">
            <a:extLst>
              <a:ext uri="{FF2B5EF4-FFF2-40B4-BE49-F238E27FC236}">
                <a16:creationId xmlns:a16="http://schemas.microsoft.com/office/drawing/2014/main" id="{37FB918C-8C32-4E5F-4F09-86F05B005B08}"/>
              </a:ext>
            </a:extLst>
          </p:cNvPr>
          <p:cNvSpPr txBox="1"/>
          <p:nvPr/>
        </p:nvSpPr>
        <p:spPr>
          <a:xfrm>
            <a:off x="3626146" y="2375347"/>
            <a:ext cx="41275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200">
                <a:ea typeface="Roboto"/>
                <a:sym typeface="Roboto"/>
              </a:rPr>
              <a:t>Cada </a:t>
            </a:r>
            <a:r>
              <a:rPr lang="en" sz="1200" err="1">
                <a:ea typeface="Roboto"/>
                <a:sym typeface="Roboto"/>
              </a:rPr>
              <a:t>edición</a:t>
            </a:r>
            <a:r>
              <a:rPr lang="en" sz="1200">
                <a:ea typeface="Roboto"/>
                <a:sym typeface="Roboto"/>
              </a:rPr>
              <a:t> </a:t>
            </a:r>
            <a:r>
              <a:rPr lang="en" sz="1200" err="1">
                <a:ea typeface="Roboto"/>
                <a:sym typeface="Roboto"/>
              </a:rPr>
              <a:t>reúne</a:t>
            </a:r>
            <a:r>
              <a:rPr lang="en" sz="1200">
                <a:ea typeface="Roboto"/>
                <a:sym typeface="Roboto"/>
              </a:rPr>
              <a:t> a </a:t>
            </a:r>
            <a:r>
              <a:rPr lang="en" sz="1200" err="1">
                <a:ea typeface="Roboto"/>
                <a:sym typeface="Roboto"/>
              </a:rPr>
              <a:t>artesanos</a:t>
            </a:r>
            <a:r>
              <a:rPr lang="en" sz="1200">
                <a:ea typeface="Roboto"/>
                <a:sym typeface="Roboto"/>
              </a:rPr>
              <a:t> locales y </a:t>
            </a:r>
            <a:r>
              <a:rPr lang="en" sz="1200" err="1">
                <a:ea typeface="Roboto"/>
                <a:sym typeface="Roboto"/>
              </a:rPr>
              <a:t>comercios</a:t>
            </a:r>
            <a:r>
              <a:rPr lang="en" sz="1200">
                <a:ea typeface="Roboto"/>
                <a:sym typeface="Roboto"/>
              </a:rPr>
              <a:t> </a:t>
            </a:r>
            <a:r>
              <a:rPr lang="en" sz="1200" err="1">
                <a:ea typeface="Roboto"/>
                <a:sym typeface="Roboto"/>
              </a:rPr>
              <a:t>minoristas</a:t>
            </a:r>
            <a:r>
              <a:rPr lang="en" sz="1200">
                <a:ea typeface="Roboto"/>
                <a:sym typeface="Roboto"/>
              </a:rPr>
              <a:t> que </a:t>
            </a:r>
            <a:r>
              <a:rPr lang="en" sz="1200" err="1">
                <a:ea typeface="Roboto"/>
                <a:sym typeface="Roboto"/>
              </a:rPr>
              <a:t>carecen</a:t>
            </a:r>
            <a:r>
              <a:rPr lang="en" sz="1200">
                <a:ea typeface="Roboto"/>
                <a:sym typeface="Roboto"/>
              </a:rPr>
              <a:t> de </a:t>
            </a:r>
            <a:r>
              <a:rPr lang="en" sz="1200" err="1">
                <a:ea typeface="Roboto"/>
                <a:sym typeface="Roboto"/>
              </a:rPr>
              <a:t>escaparates</a:t>
            </a:r>
            <a:r>
              <a:rPr lang="en" sz="1200">
                <a:ea typeface="Roboto"/>
                <a:sym typeface="Roboto"/>
              </a:rPr>
              <a:t> </a:t>
            </a:r>
            <a:r>
              <a:rPr lang="en" sz="1200" err="1">
                <a:ea typeface="Roboto"/>
                <a:sym typeface="Roboto"/>
              </a:rPr>
              <a:t>fijos</a:t>
            </a:r>
            <a:r>
              <a:rPr lang="en" sz="1200">
                <a:ea typeface="Roboto"/>
                <a:sym typeface="Roboto"/>
              </a:rPr>
              <a:t> o gran </a:t>
            </a:r>
            <a:r>
              <a:rPr lang="en" sz="1200" err="1">
                <a:ea typeface="Roboto"/>
                <a:sym typeface="Roboto"/>
              </a:rPr>
              <a:t>visibilidad</a:t>
            </a:r>
            <a:r>
              <a:rPr lang="en" sz="1200">
                <a:ea typeface="Roboto"/>
                <a:sym typeface="Roboto"/>
              </a:rPr>
              <a:t>.</a:t>
            </a:r>
            <a:endParaRPr lang="es-ES"/>
          </a:p>
        </p:txBody>
      </p:sp>
      <p:sp>
        <p:nvSpPr>
          <p:cNvPr id="636" name="Google Shape;636;p28">
            <a:extLst>
              <a:ext uri="{FF2B5EF4-FFF2-40B4-BE49-F238E27FC236}">
                <a16:creationId xmlns:a16="http://schemas.microsoft.com/office/drawing/2014/main" id="{33515B9F-CB02-E014-DB12-161EEBF97A84}"/>
              </a:ext>
            </a:extLst>
          </p:cNvPr>
          <p:cNvSpPr txBox="1"/>
          <p:nvPr/>
        </p:nvSpPr>
        <p:spPr>
          <a:xfrm>
            <a:off x="3626501" y="3030185"/>
            <a:ext cx="21651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600" b="1" err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</a:rPr>
              <a:t>Exclusividad</a:t>
            </a:r>
          </a:p>
        </p:txBody>
      </p:sp>
      <p:sp>
        <p:nvSpPr>
          <p:cNvPr id="637" name="Google Shape;637;p28">
            <a:extLst>
              <a:ext uri="{FF2B5EF4-FFF2-40B4-BE49-F238E27FC236}">
                <a16:creationId xmlns:a16="http://schemas.microsoft.com/office/drawing/2014/main" id="{74409CC7-F0E7-DA6F-4492-FB86FCFCB56B}"/>
              </a:ext>
            </a:extLst>
          </p:cNvPr>
          <p:cNvSpPr txBox="1"/>
          <p:nvPr/>
        </p:nvSpPr>
        <p:spPr>
          <a:xfrm>
            <a:off x="3626146" y="3380870"/>
            <a:ext cx="4133850" cy="43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200">
                <a:ea typeface="Roboto"/>
                <a:sym typeface="Roboto"/>
              </a:rPr>
              <a:t>Al ser </a:t>
            </a:r>
            <a:r>
              <a:rPr lang="en" sz="1200" err="1">
                <a:ea typeface="Roboto"/>
                <a:sym typeface="Roboto"/>
              </a:rPr>
              <a:t>eventos</a:t>
            </a:r>
            <a:r>
              <a:rPr lang="en" sz="1200">
                <a:ea typeface="Roboto"/>
                <a:sym typeface="Roboto"/>
              </a:rPr>
              <a:t> </a:t>
            </a:r>
            <a:r>
              <a:rPr lang="en" sz="1200" err="1">
                <a:ea typeface="Roboto"/>
                <a:sym typeface="Roboto"/>
              </a:rPr>
              <a:t>efímeros</a:t>
            </a:r>
            <a:r>
              <a:rPr lang="en" sz="1200">
                <a:solidFill>
                  <a:srgbClr val="000000"/>
                </a:solidFill>
                <a:ea typeface="Roboto"/>
                <a:sym typeface="Roboto"/>
              </a:rPr>
              <a:t>, </a:t>
            </a:r>
            <a:r>
              <a:rPr lang="en" sz="1200" err="1">
                <a:ea typeface="Roboto"/>
                <a:sym typeface="Roboto"/>
              </a:rPr>
              <a:t>generan</a:t>
            </a:r>
            <a:r>
              <a:rPr lang="en" sz="1200">
                <a:ea typeface="Roboto"/>
                <a:sym typeface="Roboto"/>
              </a:rPr>
              <a:t> </a:t>
            </a:r>
            <a:r>
              <a:rPr lang="en" sz="1200" err="1">
                <a:ea typeface="Roboto"/>
                <a:sym typeface="Roboto"/>
              </a:rPr>
              <a:t>expectación</a:t>
            </a:r>
            <a:r>
              <a:rPr lang="en" sz="1200">
                <a:ea typeface="Roboto"/>
                <a:sym typeface="Roboto"/>
              </a:rPr>
              <a:t> y </a:t>
            </a:r>
            <a:r>
              <a:rPr lang="en" sz="1200" err="1">
                <a:ea typeface="Roboto"/>
                <a:sym typeface="Roboto"/>
              </a:rPr>
              <a:t>deseo</a:t>
            </a:r>
            <a:r>
              <a:rPr lang="en" sz="1200">
                <a:ea typeface="Roboto"/>
                <a:sym typeface="Roboto"/>
              </a:rPr>
              <a:t> de </a:t>
            </a:r>
            <a:r>
              <a:rPr lang="en" sz="1200" err="1">
                <a:ea typeface="Roboto"/>
                <a:sym typeface="Roboto"/>
              </a:rPr>
              <a:t>participar</a:t>
            </a:r>
            <a:r>
              <a:rPr lang="en" sz="1200">
                <a:ea typeface="Roboto"/>
                <a:sym typeface="Roboto"/>
              </a:rPr>
              <a:t> (</a:t>
            </a:r>
            <a:r>
              <a:rPr lang="en" sz="1200" err="1">
                <a:ea typeface="Roboto"/>
                <a:sym typeface="Roboto"/>
              </a:rPr>
              <a:t>efecto</a:t>
            </a:r>
            <a:r>
              <a:rPr lang="en" sz="1200">
                <a:ea typeface="Roboto"/>
                <a:sym typeface="Roboto"/>
              </a:rPr>
              <a:t> FOMO).</a:t>
            </a:r>
            <a:endParaRPr lang="es-ES"/>
          </a:p>
        </p:txBody>
      </p:sp>
      <p:sp>
        <p:nvSpPr>
          <p:cNvPr id="638" name="Google Shape;638;p28">
            <a:extLst>
              <a:ext uri="{FF2B5EF4-FFF2-40B4-BE49-F238E27FC236}">
                <a16:creationId xmlns:a16="http://schemas.microsoft.com/office/drawing/2014/main" id="{580D5E98-76F3-0AF6-03C1-6D41E236CFBC}"/>
              </a:ext>
            </a:extLst>
          </p:cNvPr>
          <p:cNvSpPr txBox="1"/>
          <p:nvPr/>
        </p:nvSpPr>
        <p:spPr>
          <a:xfrm>
            <a:off x="3627118" y="3969207"/>
            <a:ext cx="1612100" cy="23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6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</a:rPr>
              <a:t>Economia circular</a:t>
            </a:r>
          </a:p>
        </p:txBody>
      </p:sp>
      <p:sp>
        <p:nvSpPr>
          <p:cNvPr id="639" name="Google Shape;639;p28">
            <a:extLst>
              <a:ext uri="{FF2B5EF4-FFF2-40B4-BE49-F238E27FC236}">
                <a16:creationId xmlns:a16="http://schemas.microsoft.com/office/drawing/2014/main" id="{49D95516-1BD2-0801-73BD-0402C464AD26}"/>
              </a:ext>
            </a:extLst>
          </p:cNvPr>
          <p:cNvSpPr txBox="1"/>
          <p:nvPr/>
        </p:nvSpPr>
        <p:spPr>
          <a:xfrm>
            <a:off x="3626146" y="4202747"/>
            <a:ext cx="40386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200" err="1">
                <a:ea typeface="Roboto"/>
                <a:sym typeface="Roboto"/>
              </a:rPr>
              <a:t>Fomenta</a:t>
            </a:r>
            <a:r>
              <a:rPr lang="en" sz="1200">
                <a:ea typeface="Roboto"/>
                <a:sym typeface="Roboto"/>
              </a:rPr>
              <a:t> </a:t>
            </a:r>
            <a:r>
              <a:rPr lang="en" sz="1200" err="1">
                <a:ea typeface="Roboto"/>
                <a:sym typeface="Roboto"/>
              </a:rPr>
              <a:t>el</a:t>
            </a:r>
            <a:r>
              <a:rPr lang="en" sz="1200">
                <a:ea typeface="Roboto"/>
                <a:sym typeface="Roboto"/>
              </a:rPr>
              <a:t> </a:t>
            </a:r>
            <a:r>
              <a:rPr lang="en" sz="1200" err="1">
                <a:ea typeface="Roboto"/>
                <a:sym typeface="Roboto"/>
              </a:rPr>
              <a:t>consumo</a:t>
            </a:r>
            <a:r>
              <a:rPr lang="en" sz="1200">
                <a:ea typeface="Roboto"/>
                <a:sym typeface="Roboto"/>
              </a:rPr>
              <a:t> </a:t>
            </a:r>
            <a:r>
              <a:rPr lang="en" sz="1200" err="1">
                <a:ea typeface="Roboto"/>
                <a:sym typeface="Roboto"/>
              </a:rPr>
              <a:t>responsable</a:t>
            </a:r>
            <a:r>
              <a:rPr lang="en" sz="1200">
                <a:ea typeface="Roboto"/>
                <a:sym typeface="Roboto"/>
              </a:rPr>
              <a:t>, la </a:t>
            </a:r>
            <a:r>
              <a:rPr lang="en" sz="1200" err="1">
                <a:ea typeface="Roboto"/>
                <a:sym typeface="Roboto"/>
              </a:rPr>
              <a:t>identidad</a:t>
            </a:r>
            <a:r>
              <a:rPr lang="en" sz="1200">
                <a:ea typeface="Roboto"/>
                <a:sym typeface="Roboto"/>
              </a:rPr>
              <a:t> local.</a:t>
            </a:r>
            <a:endParaRPr lang="es-ES"/>
          </a:p>
        </p:txBody>
      </p:sp>
      <p:pic>
        <p:nvPicPr>
          <p:cNvPr id="2" name="Imagen 1" descr="Un grupo de personas en la banqueta de una calle&#10;&#10;El contenido generado por inteligencia artificial puede ser incorrecto.">
            <a:extLst>
              <a:ext uri="{FF2B5EF4-FFF2-40B4-BE49-F238E27FC236}">
                <a16:creationId xmlns:a16="http://schemas.microsoft.com/office/drawing/2014/main" id="{78189097-6FB7-B827-E139-B9CA2CD0E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11" y="355600"/>
            <a:ext cx="2466278" cy="441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258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>
          <a:extLst>
            <a:ext uri="{FF2B5EF4-FFF2-40B4-BE49-F238E27FC236}">
              <a16:creationId xmlns:a16="http://schemas.microsoft.com/office/drawing/2014/main" id="{1AF27FF0-2469-4938-28E5-22E1FA93D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8">
            <a:extLst>
              <a:ext uri="{FF2B5EF4-FFF2-40B4-BE49-F238E27FC236}">
                <a16:creationId xmlns:a16="http://schemas.microsoft.com/office/drawing/2014/main" id="{FA233D00-4A2C-D07E-BBFD-81E2075A79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328925"/>
            <a:ext cx="8229600" cy="48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>
                <a:solidFill>
                  <a:schemeClr val="dk1"/>
                </a:solidFill>
              </a:rPr>
              <a:t>Gijón Pop-up Local</a:t>
            </a:r>
          </a:p>
        </p:txBody>
      </p:sp>
      <p:sp>
        <p:nvSpPr>
          <p:cNvPr id="632" name="Google Shape;632;p28">
            <a:extLst>
              <a:ext uri="{FF2B5EF4-FFF2-40B4-BE49-F238E27FC236}">
                <a16:creationId xmlns:a16="http://schemas.microsoft.com/office/drawing/2014/main" id="{2ED7BF8C-4767-0274-9BFB-79329B14F881}"/>
              </a:ext>
            </a:extLst>
          </p:cNvPr>
          <p:cNvSpPr txBox="1"/>
          <p:nvPr/>
        </p:nvSpPr>
        <p:spPr>
          <a:xfrm>
            <a:off x="3632851" y="1033783"/>
            <a:ext cx="1593600" cy="2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16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</a:rPr>
              <a:t>Distrito 1</a:t>
            </a:r>
          </a:p>
        </p:txBody>
      </p:sp>
      <p:sp>
        <p:nvSpPr>
          <p:cNvPr id="633" name="Google Shape;633;p28">
            <a:extLst>
              <a:ext uri="{FF2B5EF4-FFF2-40B4-BE49-F238E27FC236}">
                <a16:creationId xmlns:a16="http://schemas.microsoft.com/office/drawing/2014/main" id="{4BBC4454-680D-E1BB-3667-C8800E4D07C0}"/>
              </a:ext>
            </a:extLst>
          </p:cNvPr>
          <p:cNvSpPr txBox="1"/>
          <p:nvPr/>
        </p:nvSpPr>
        <p:spPr>
          <a:xfrm>
            <a:off x="3632496" y="2478884"/>
            <a:ext cx="4832350" cy="11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en" sz="1200">
                <a:ea typeface="Roboto"/>
              </a:rPr>
              <a:t>Mayor </a:t>
            </a:r>
            <a:r>
              <a:rPr lang="en" sz="1200" err="1">
                <a:ea typeface="Roboto"/>
              </a:rPr>
              <a:t>concentración</a:t>
            </a:r>
            <a:r>
              <a:rPr lang="en" sz="1200">
                <a:ea typeface="Roboto"/>
              </a:rPr>
              <a:t> de turismos </a:t>
            </a:r>
            <a:r>
              <a:rPr lang="en" sz="1200" err="1">
                <a:ea typeface="Roboto"/>
              </a:rPr>
              <a:t>en</a:t>
            </a:r>
            <a:r>
              <a:rPr lang="en" sz="1200">
                <a:ea typeface="Roboto"/>
              </a:rPr>
              <a:t> </a:t>
            </a:r>
            <a:r>
              <a:rPr lang="en" sz="1200" err="1">
                <a:ea typeface="Roboto"/>
              </a:rPr>
              <a:t>una</a:t>
            </a:r>
            <a:r>
              <a:rPr lang="en" sz="1200">
                <a:ea typeface="Roboto"/>
              </a:rPr>
              <a:t> </a:t>
            </a:r>
            <a:r>
              <a:rPr lang="en" sz="1200" err="1">
                <a:ea typeface="Roboto"/>
              </a:rPr>
              <a:t>superficie</a:t>
            </a:r>
            <a:r>
              <a:rPr lang="en" sz="1200">
                <a:ea typeface="Roboto"/>
              </a:rPr>
              <a:t> </a:t>
            </a:r>
            <a:r>
              <a:rPr lang="en" sz="1200" err="1">
                <a:ea typeface="Roboto"/>
              </a:rPr>
              <a:t>más</a:t>
            </a:r>
            <a:r>
              <a:rPr lang="en" sz="1200">
                <a:ea typeface="Roboto"/>
              </a:rPr>
              <a:t> </a:t>
            </a:r>
            <a:r>
              <a:rPr lang="en" sz="1200" err="1">
                <a:ea typeface="Roboto"/>
              </a:rPr>
              <a:t>reducida</a:t>
            </a:r>
            <a:r>
              <a:rPr lang="en" sz="1200">
                <a:ea typeface="Roboto"/>
              </a:rPr>
              <a:t>, </a:t>
            </a:r>
            <a:r>
              <a:rPr lang="en" sz="1200" err="1">
                <a:ea typeface="Roboto"/>
              </a:rPr>
              <a:t>por</a:t>
            </a:r>
            <a:r>
              <a:rPr lang="en" sz="1200">
                <a:ea typeface="Roboto"/>
              </a:rPr>
              <a:t> lo que:</a:t>
            </a:r>
            <a:endParaRPr lang="es-ES"/>
          </a:p>
          <a:p>
            <a:pPr marL="171450" indent="-171450">
              <a:lnSpc>
                <a:spcPct val="200000"/>
              </a:lnSpc>
              <a:buFont typeface="Calibri"/>
              <a:buChar char="-"/>
            </a:pPr>
            <a:r>
              <a:rPr lang="en" sz="1200">
                <a:ea typeface="Roboto"/>
              </a:rPr>
              <a:t>Más </a:t>
            </a:r>
            <a:r>
              <a:rPr lang="en" sz="1200" err="1">
                <a:ea typeface="Roboto"/>
              </a:rPr>
              <a:t>densidad</a:t>
            </a:r>
            <a:r>
              <a:rPr lang="en" sz="1200">
                <a:ea typeface="Roboto"/>
              </a:rPr>
              <a:t> de población y de </a:t>
            </a:r>
            <a:r>
              <a:rPr lang="en" sz="1200" err="1">
                <a:ea typeface="Roboto"/>
              </a:rPr>
              <a:t>circulación</a:t>
            </a:r>
            <a:endParaRPr lang="en" sz="1200">
              <a:ea typeface="Roboto"/>
            </a:endParaRPr>
          </a:p>
          <a:p>
            <a:pPr marL="171450" indent="-171450">
              <a:lnSpc>
                <a:spcPct val="200000"/>
              </a:lnSpc>
              <a:buFont typeface="Calibri"/>
              <a:buChar char="-"/>
            </a:pPr>
            <a:r>
              <a:rPr lang="en" sz="1200">
                <a:ea typeface="Roboto"/>
              </a:rPr>
              <a:t>Más </a:t>
            </a:r>
            <a:r>
              <a:rPr lang="en" sz="1200" err="1">
                <a:ea typeface="Roboto"/>
              </a:rPr>
              <a:t>visibilidad</a:t>
            </a:r>
            <a:r>
              <a:rPr lang="en" sz="1200">
                <a:ea typeface="Roboto"/>
              </a:rPr>
              <a:t> y </a:t>
            </a:r>
            <a:r>
              <a:rPr lang="en" sz="1200" err="1">
                <a:ea typeface="Roboto"/>
              </a:rPr>
              <a:t>cercanía</a:t>
            </a:r>
            <a:r>
              <a:rPr lang="en" sz="1200">
                <a:ea typeface="Roboto"/>
              </a:rPr>
              <a:t> con </a:t>
            </a:r>
            <a:r>
              <a:rPr lang="en" sz="1200" err="1">
                <a:ea typeface="Roboto"/>
              </a:rPr>
              <a:t>consumidores</a:t>
            </a:r>
            <a:r>
              <a:rPr lang="en" sz="1200">
                <a:ea typeface="Roboto"/>
              </a:rPr>
              <a:t> potenciales </a:t>
            </a:r>
          </a:p>
          <a:p>
            <a:pPr marL="171450" indent="-171450">
              <a:lnSpc>
                <a:spcPct val="200000"/>
              </a:lnSpc>
              <a:buFont typeface="Calibri"/>
              <a:buChar char="-"/>
            </a:pPr>
            <a:r>
              <a:rPr lang="en" sz="1200" err="1">
                <a:ea typeface="Roboto"/>
              </a:rPr>
              <a:t>Cerca</a:t>
            </a:r>
            <a:r>
              <a:rPr lang="en" sz="1200">
                <a:ea typeface="Roboto"/>
              </a:rPr>
              <a:t> del </a:t>
            </a:r>
            <a:r>
              <a:rPr lang="en" sz="1200" err="1">
                <a:ea typeface="Roboto"/>
              </a:rPr>
              <a:t>centro</a:t>
            </a:r>
            <a:r>
              <a:rPr lang="en" sz="1200">
                <a:ea typeface="Roboto"/>
              </a:rPr>
              <a:t> </a:t>
            </a:r>
            <a:r>
              <a:rPr lang="en" sz="1200" err="1">
                <a:ea typeface="Roboto"/>
              </a:rPr>
              <a:t>urbano</a:t>
            </a:r>
            <a:r>
              <a:rPr lang="en" sz="1200">
                <a:ea typeface="Roboto"/>
              </a:rPr>
              <a:t> y zonas </a:t>
            </a:r>
            <a:r>
              <a:rPr lang="en" sz="1200" err="1">
                <a:ea typeface="Roboto"/>
              </a:rPr>
              <a:t>turísticas</a:t>
            </a:r>
            <a:endParaRPr lang="en" sz="1200">
              <a:ea typeface="Roboto"/>
            </a:endParaRPr>
          </a:p>
          <a:p>
            <a:pPr>
              <a:lnSpc>
                <a:spcPct val="200000"/>
              </a:lnSpc>
            </a:pPr>
            <a:r>
              <a:rPr lang="en" sz="1200">
                <a:ea typeface="Roboto"/>
              </a:rPr>
              <a:t>El valor medio </a:t>
            </a:r>
            <a:r>
              <a:rPr lang="en" sz="1200" err="1">
                <a:ea typeface="Roboto"/>
              </a:rPr>
              <a:t>catastral</a:t>
            </a:r>
            <a:r>
              <a:rPr lang="en" sz="1200">
                <a:ea typeface="Roboto"/>
              </a:rPr>
              <a:t> de </a:t>
            </a:r>
            <a:r>
              <a:rPr lang="en" sz="1200" err="1">
                <a:ea typeface="Roboto"/>
              </a:rPr>
              <a:t>los</a:t>
            </a:r>
            <a:r>
              <a:rPr lang="en" sz="1200">
                <a:ea typeface="Roboto"/>
              </a:rPr>
              <a:t> </a:t>
            </a:r>
            <a:r>
              <a:rPr lang="en" sz="1200" err="1">
                <a:ea typeface="Roboto"/>
              </a:rPr>
              <a:t>inmuebles</a:t>
            </a:r>
            <a:r>
              <a:rPr lang="en" sz="1200">
                <a:ea typeface="Roboto"/>
              </a:rPr>
              <a:t> es uno de </a:t>
            </a:r>
            <a:r>
              <a:rPr lang="en" sz="1200" err="1">
                <a:ea typeface="Roboto"/>
              </a:rPr>
              <a:t>los</a:t>
            </a:r>
            <a:r>
              <a:rPr lang="en" sz="1200">
                <a:ea typeface="Roboto"/>
              </a:rPr>
              <a:t> </a:t>
            </a:r>
            <a:r>
              <a:rPr lang="en" sz="1200" err="1">
                <a:ea typeface="Roboto"/>
              </a:rPr>
              <a:t>más</a:t>
            </a:r>
            <a:r>
              <a:rPr lang="en" sz="1200">
                <a:ea typeface="Roboto"/>
              </a:rPr>
              <a:t> </a:t>
            </a:r>
            <a:r>
              <a:rPr lang="en" sz="1200" err="1">
                <a:ea typeface="Roboto"/>
              </a:rPr>
              <a:t>elevados</a:t>
            </a:r>
            <a:r>
              <a:rPr lang="en" sz="1200">
                <a:ea typeface="Roboto"/>
              </a:rPr>
              <a:t> de Gijón</a:t>
            </a:r>
          </a:p>
          <a:p>
            <a:pPr>
              <a:lnSpc>
                <a:spcPct val="200000"/>
              </a:lnSpc>
            </a:pPr>
            <a:r>
              <a:rPr lang="en" sz="1200" err="1">
                <a:ea typeface="Roboto"/>
              </a:rPr>
              <a:t>Elevada</a:t>
            </a:r>
            <a:r>
              <a:rPr lang="en" sz="1200">
                <a:ea typeface="Roboto"/>
              </a:rPr>
              <a:t> </a:t>
            </a:r>
            <a:r>
              <a:rPr lang="en" sz="1200" err="1">
                <a:ea typeface="Roboto"/>
              </a:rPr>
              <a:t>presencia</a:t>
            </a:r>
            <a:r>
              <a:rPr lang="en" sz="1200">
                <a:ea typeface="Roboto"/>
              </a:rPr>
              <a:t> de </a:t>
            </a:r>
            <a:r>
              <a:rPr lang="en" sz="1200" err="1">
                <a:ea typeface="Roboto"/>
              </a:rPr>
              <a:t>grandes</a:t>
            </a:r>
            <a:r>
              <a:rPr lang="en" sz="1200">
                <a:ea typeface="Roboto"/>
              </a:rPr>
              <a:t> </a:t>
            </a:r>
            <a:r>
              <a:rPr lang="en" sz="1200" err="1">
                <a:ea typeface="Roboto"/>
              </a:rPr>
              <a:t>tenedores</a:t>
            </a:r>
            <a:r>
              <a:rPr lang="en" sz="1200">
                <a:ea typeface="Roboto"/>
              </a:rPr>
              <a:t> </a:t>
            </a:r>
            <a:r>
              <a:rPr lang="en" sz="1200" err="1">
                <a:ea typeface="Roboto"/>
              </a:rPr>
              <a:t>por</a:t>
            </a:r>
            <a:r>
              <a:rPr lang="en" sz="1200">
                <a:ea typeface="Roboto"/>
              </a:rPr>
              <a:t> lo que:</a:t>
            </a:r>
          </a:p>
          <a:p>
            <a:pPr marL="171450" indent="-171450">
              <a:lnSpc>
                <a:spcPct val="200000"/>
              </a:lnSpc>
              <a:buFont typeface="Calibri"/>
              <a:buChar char="-"/>
            </a:pPr>
            <a:r>
              <a:rPr lang="en" sz="1200" err="1">
                <a:ea typeface="Roboto"/>
              </a:rPr>
              <a:t>Potencial</a:t>
            </a:r>
            <a:r>
              <a:rPr lang="en" sz="1200">
                <a:ea typeface="Roboto"/>
              </a:rPr>
              <a:t> </a:t>
            </a:r>
            <a:r>
              <a:rPr lang="en" sz="1200" err="1">
                <a:ea typeface="Roboto"/>
              </a:rPr>
              <a:t>disponibilidad</a:t>
            </a:r>
            <a:r>
              <a:rPr lang="en" sz="1200">
                <a:ea typeface="Roboto"/>
              </a:rPr>
              <a:t> de </a:t>
            </a:r>
            <a:r>
              <a:rPr lang="en" sz="1200" err="1">
                <a:ea typeface="Roboto"/>
              </a:rPr>
              <a:t>espacios</a:t>
            </a:r>
            <a:r>
              <a:rPr lang="en" sz="1200">
                <a:ea typeface="Roboto"/>
              </a:rPr>
              <a:t> para </a:t>
            </a:r>
            <a:r>
              <a:rPr lang="en" sz="1200" err="1">
                <a:ea typeface="Roboto"/>
              </a:rPr>
              <a:t>actividades</a:t>
            </a:r>
            <a:r>
              <a:rPr lang="en" sz="1200">
                <a:ea typeface="Roboto"/>
              </a:rPr>
              <a:t> </a:t>
            </a:r>
            <a:r>
              <a:rPr lang="en" sz="1200" err="1">
                <a:ea typeface="Roboto"/>
              </a:rPr>
              <a:t>temporales</a:t>
            </a:r>
            <a:endParaRPr lang="en" sz="1200">
              <a:ea typeface="Roboto"/>
            </a:endParaRPr>
          </a:p>
          <a:p>
            <a:pPr marL="171450" indent="-171450">
              <a:lnSpc>
                <a:spcPct val="200000"/>
              </a:lnSpc>
              <a:buFont typeface="Calibri"/>
              <a:buChar char="-"/>
            </a:pPr>
            <a:endParaRPr lang="en" sz="1200">
              <a:ea typeface="Roboto"/>
            </a:endParaRPr>
          </a:p>
        </p:txBody>
      </p:sp>
      <p:pic>
        <p:nvPicPr>
          <p:cNvPr id="2" name="Imagen 1" descr="Un grupo de personas en la banqueta de una calle&#10;&#10;El contenido generado por inteligencia artificial puede ser incorrecto.">
            <a:extLst>
              <a:ext uri="{FF2B5EF4-FFF2-40B4-BE49-F238E27FC236}">
                <a16:creationId xmlns:a16="http://schemas.microsoft.com/office/drawing/2014/main" id="{6F1F8A54-7A82-CB33-B1CC-D6196DCEE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11" y="355600"/>
            <a:ext cx="2466278" cy="441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067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D5AE4-AD04-6EF1-3B53-19E1E0D27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F2DA4-24F2-D814-F600-FCF1ED342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800"/>
              <a:t>BLOQUE 3 – MODELO PREDICTIVO</a:t>
            </a:r>
          </a:p>
        </p:txBody>
      </p:sp>
      <p:pic>
        <p:nvPicPr>
          <p:cNvPr id="10244" name="Picture 4" descr="Modelos predictivos - Iconos gratis de computadora">
            <a:extLst>
              <a:ext uri="{FF2B5EF4-FFF2-40B4-BE49-F238E27FC236}">
                <a16:creationId xmlns:a16="http://schemas.microsoft.com/office/drawing/2014/main" id="{B182A434-A60E-BE5F-B017-53F624EFE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19791"/>
          <a:stretch/>
        </p:blipFill>
        <p:spPr bwMode="auto">
          <a:xfrm>
            <a:off x="311700" y="1208225"/>
            <a:ext cx="4069800" cy="326440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0246" name="Picture 6" descr="Mantenimiento predictivo de ascensores - Teldat">
            <a:extLst>
              <a:ext uri="{FF2B5EF4-FFF2-40B4-BE49-F238E27FC236}">
                <a16:creationId xmlns:a16="http://schemas.microsoft.com/office/drawing/2014/main" id="{68F4DACD-AF9E-B582-77F1-E0929EDB8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85" r="2" b="9706"/>
          <a:stretch/>
        </p:blipFill>
        <p:spPr bwMode="auto">
          <a:xfrm>
            <a:off x="4762500" y="1208225"/>
            <a:ext cx="4069800" cy="326440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0304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E0CC9-AD35-919B-E1E1-9C9E99185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3041FD6-CB51-215B-11D9-1A0FE240A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068" y="0"/>
            <a:ext cx="515586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637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E522C-4844-1568-6BAA-B681FABDC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A7739F9-C0D5-E600-0601-6BCDDBD78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5600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043E3-DA98-5F18-8C6B-79EE2927A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AF150-B65D-305D-F5D6-BF57EDED0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BLOQUE 3 – MODELO PREDICTIVO</a:t>
            </a:r>
          </a:p>
        </p:txBody>
      </p:sp>
      <p:pic>
        <p:nvPicPr>
          <p:cNvPr id="5" name="Imagen 4" descr="Interfaz de usuario gráfica, Gráfico&#10;&#10;El contenido generado por IA puede ser incorrecto.">
            <a:extLst>
              <a:ext uri="{FF2B5EF4-FFF2-40B4-BE49-F238E27FC236}">
                <a16:creationId xmlns:a16="http://schemas.microsoft.com/office/drawing/2014/main" id="{28EE62BB-2D84-315A-F967-8B63C9F0B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0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8250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>
          <a:extLst>
            <a:ext uri="{FF2B5EF4-FFF2-40B4-BE49-F238E27FC236}">
              <a16:creationId xmlns:a16="http://schemas.microsoft.com/office/drawing/2014/main" id="{09CA0396-F9F7-2EAD-DD02-20E5C8DAF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>
            <a:extLst>
              <a:ext uri="{FF2B5EF4-FFF2-40B4-BE49-F238E27FC236}">
                <a16:creationId xmlns:a16="http://schemas.microsoft.com/office/drawing/2014/main" id="{194251C3-9073-DBCD-A222-8543BB27E72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87356" y="1597201"/>
            <a:ext cx="4328173" cy="15461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/>
              <a:t>DESAFIO DATATHON 2025</a:t>
            </a:r>
          </a:p>
        </p:txBody>
      </p:sp>
      <p:sp>
        <p:nvSpPr>
          <p:cNvPr id="58" name="Google Shape;58;p15">
            <a:extLst>
              <a:ext uri="{FF2B5EF4-FFF2-40B4-BE49-F238E27FC236}">
                <a16:creationId xmlns:a16="http://schemas.microsoft.com/office/drawing/2014/main" id="{5D51EB0D-4932-FEB9-0A92-DA6A5462126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87356" y="3147050"/>
            <a:ext cx="3607200" cy="3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"/>
              <a:t>GRUPO 3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8BA2634-F922-50FA-383C-E7A48BE5F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462" y="539843"/>
            <a:ext cx="5865720" cy="329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428978"/>
      </p:ext>
    </p:extLst>
  </p:cSld>
  <p:clrMapOvr>
    <a:masterClrMapping/>
  </p:clrMapOvr>
</p:sld>
</file>

<file path=ppt/theme/theme1.xml><?xml version="1.0" encoding="utf-8"?>
<a:theme xmlns:a="http://schemas.openxmlformats.org/drawingml/2006/main" name="Big Data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C64E"/>
      </a:accent1>
      <a:accent2>
        <a:srgbClr val="FF8001"/>
      </a:accent2>
      <a:accent3>
        <a:srgbClr val="5FD0DB"/>
      </a:accent3>
      <a:accent4>
        <a:srgbClr val="32AAD9"/>
      </a:accent4>
      <a:accent5>
        <a:srgbClr val="1A569C"/>
      </a:accent5>
      <a:accent6>
        <a:srgbClr val="D558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c0543ba-3544-4f96-8ae7-8fb2e95950d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E46F96D129A914885D6E9AB47887C26" ma:contentTypeVersion="15" ma:contentTypeDescription="Crear nuevo documento." ma:contentTypeScope="" ma:versionID="1c535ce291cb26897df00b7007db177c">
  <xsd:schema xmlns:xsd="http://www.w3.org/2001/XMLSchema" xmlns:xs="http://www.w3.org/2001/XMLSchema" xmlns:p="http://schemas.microsoft.com/office/2006/metadata/properties" xmlns:ns3="5c0543ba-3544-4f96-8ae7-8fb2e95950d8" xmlns:ns4="69908148-d35d-48de-ab71-2fa697c76bcd" targetNamespace="http://schemas.microsoft.com/office/2006/metadata/properties" ma:root="true" ma:fieldsID="176495a4c3d90742bf53284d0e28639e" ns3:_="" ns4:_="">
    <xsd:import namespace="5c0543ba-3544-4f96-8ae7-8fb2e95950d8"/>
    <xsd:import namespace="69908148-d35d-48de-ab71-2fa697c76bc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SearchProperties" minOccurs="0"/>
                <xsd:element ref="ns3:MediaServiceSystemTags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0543ba-3544-4f96-8ae7-8fb2e95950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908148-d35d-48de-ab71-2fa697c76bcd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01CE9D-7126-4239-B35D-F44D0E1D556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09B14F5-8D08-471D-B1BC-E9331126440F}">
  <ds:schemaRefs>
    <ds:schemaRef ds:uri="5c0543ba-3544-4f96-8ae7-8fb2e95950d8"/>
    <ds:schemaRef ds:uri="69908148-d35d-48de-ab71-2fa697c76bc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3F87B01-D5A3-446D-8ADF-BDD483304E95}">
  <ds:schemaRefs>
    <ds:schemaRef ds:uri="5c0543ba-3544-4f96-8ae7-8fb2e95950d8"/>
    <ds:schemaRef ds:uri="69908148-d35d-48de-ab71-2fa697c76bc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05ea74a3-92c5-4c31-978a-925c3c799cd0}" enabled="0" method="" siteId="{05ea74a3-92c5-4c31-978a-925c3c799cd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24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Big Data Infographics by Slidesgo</vt:lpstr>
      <vt:lpstr>DESAFIO DATATHON 2025</vt:lpstr>
      <vt:lpstr>BLOQUE I - PREGUNTAS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BLOQUE 2 – PROPUESTA PARA LA MEJORA DEL COMERCIO</vt:lpstr>
      <vt:lpstr>PowerPoint Presentation</vt:lpstr>
      <vt:lpstr>PowerPoint Presentation</vt:lpstr>
      <vt:lpstr>PowerPoint Presentation</vt:lpstr>
      <vt:lpstr>PowerPoint Presentation</vt:lpstr>
      <vt:lpstr>Haga click para agregar título</vt:lpstr>
      <vt:lpstr>Gijón Pop-up Local</vt:lpstr>
      <vt:lpstr>Gijón Pop-up Local</vt:lpstr>
      <vt:lpstr>BLOQUE 3 – MODELO PREDICTIVO</vt:lpstr>
      <vt:lpstr>PowerPoint Presentation</vt:lpstr>
      <vt:lpstr>PowerPoint Presentation</vt:lpstr>
      <vt:lpstr>BLOQUE 3 – MODELO PREDICTIVO</vt:lpstr>
      <vt:lpstr>DESAFIO DATATHON 2025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2025-04-12T15:52:53Z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0x010100EE46F96D129A914885D6E9AB47887C26</vt:lpwstr>
  </property>
</Properties>
</file>